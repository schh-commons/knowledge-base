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351" r:id="rId1"/>
  </p:sldMasterIdLst>
  <p:notesMasterIdLst>
    <p:notesMasterId r:id="rId20"/>
  </p:notesMasterIdLst>
  <p:sldIdLst>
    <p:sldId id="307" r:id="rId2"/>
    <p:sldId id="301" r:id="rId3"/>
    <p:sldId id="306" r:id="rId4"/>
    <p:sldId id="295" r:id="rId5"/>
    <p:sldId id="288" r:id="rId6"/>
    <p:sldId id="297" r:id="rId7"/>
    <p:sldId id="300" r:id="rId8"/>
    <p:sldId id="313" r:id="rId9"/>
    <p:sldId id="298" r:id="rId10"/>
    <p:sldId id="299" r:id="rId11"/>
    <p:sldId id="305" r:id="rId12"/>
    <p:sldId id="311" r:id="rId13"/>
    <p:sldId id="303" r:id="rId14"/>
    <p:sldId id="304" r:id="rId15"/>
    <p:sldId id="294" r:id="rId16"/>
    <p:sldId id="312" r:id="rId17"/>
    <p:sldId id="309" r:id="rId18"/>
    <p:sldId id="28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18C2"/>
    <a:srgbClr val="1B0C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47"/>
    <p:restoredTop sz="95707"/>
  </p:normalViewPr>
  <p:slideViewPr>
    <p:cSldViewPr snapToGrid="0">
      <p:cViewPr varScale="1">
        <p:scale>
          <a:sx n="77" d="100"/>
          <a:sy n="77" d="100"/>
        </p:scale>
        <p:origin x="18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about:blank"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3.2844268539945702E-2"/>
          <c:y val="5.2672894467807596E-2"/>
          <c:w val="0.78008093720711136"/>
          <c:h val="0.88233976784104351"/>
        </c:manualLayout>
      </c:layout>
      <c:lineChart>
        <c:grouping val="standard"/>
        <c:varyColors val="0"/>
        <c:ser>
          <c:idx val="0"/>
          <c:order val="0"/>
          <c:tx>
            <c:strRef>
              <c:f>Sheet1!$A$3</c:f>
              <c:strCache>
                <c:ptCount val="1"/>
                <c:pt idx="0">
                  <c:v>Health Quotient</c:v>
                </c:pt>
              </c:strCache>
            </c:strRef>
          </c:tx>
          <c:spPr>
            <a:ln>
              <a:solidFill>
                <a:srgbClr val="0070C0"/>
              </a:solidFill>
            </a:ln>
          </c:spPr>
          <c:marker>
            <c:symbol val="none"/>
          </c:marker>
          <c:val>
            <c:numRef>
              <c:f>Sheet1!$B$3:$AG$3</c:f>
              <c:numCache>
                <c:formatCode>General</c:formatCode>
                <c:ptCount val="32"/>
                <c:pt idx="0">
                  <c:v>100</c:v>
                </c:pt>
                <c:pt idx="1">
                  <c:v>99.5</c:v>
                </c:pt>
                <c:pt idx="2">
                  <c:v>99</c:v>
                </c:pt>
                <c:pt idx="3">
                  <c:v>98.5</c:v>
                </c:pt>
                <c:pt idx="4">
                  <c:v>97.75</c:v>
                </c:pt>
                <c:pt idx="5">
                  <c:v>97</c:v>
                </c:pt>
                <c:pt idx="6">
                  <c:v>96</c:v>
                </c:pt>
                <c:pt idx="7">
                  <c:v>95.2</c:v>
                </c:pt>
                <c:pt idx="8">
                  <c:v>94</c:v>
                </c:pt>
                <c:pt idx="9">
                  <c:v>93</c:v>
                </c:pt>
                <c:pt idx="10">
                  <c:v>91.5</c:v>
                </c:pt>
                <c:pt idx="11">
                  <c:v>90</c:v>
                </c:pt>
                <c:pt idx="12">
                  <c:v>88</c:v>
                </c:pt>
                <c:pt idx="13">
                  <c:v>86</c:v>
                </c:pt>
                <c:pt idx="14">
                  <c:v>84</c:v>
                </c:pt>
                <c:pt idx="15">
                  <c:v>82</c:v>
                </c:pt>
                <c:pt idx="16">
                  <c:v>80</c:v>
                </c:pt>
                <c:pt idx="17">
                  <c:v>77</c:v>
                </c:pt>
                <c:pt idx="18">
                  <c:v>75</c:v>
                </c:pt>
                <c:pt idx="19">
                  <c:v>72</c:v>
                </c:pt>
                <c:pt idx="20">
                  <c:v>70</c:v>
                </c:pt>
                <c:pt idx="21">
                  <c:v>67</c:v>
                </c:pt>
                <c:pt idx="22">
                  <c:v>65</c:v>
                </c:pt>
                <c:pt idx="23">
                  <c:v>62</c:v>
                </c:pt>
                <c:pt idx="24">
                  <c:v>60</c:v>
                </c:pt>
                <c:pt idx="25">
                  <c:v>57</c:v>
                </c:pt>
                <c:pt idx="26">
                  <c:v>55</c:v>
                </c:pt>
                <c:pt idx="27">
                  <c:v>52</c:v>
                </c:pt>
                <c:pt idx="28">
                  <c:v>50</c:v>
                </c:pt>
                <c:pt idx="29">
                  <c:v>47</c:v>
                </c:pt>
                <c:pt idx="30">
                  <c:v>45</c:v>
                </c:pt>
                <c:pt idx="31">
                  <c:v>42</c:v>
                </c:pt>
              </c:numCache>
            </c:numRef>
          </c:val>
          <c:smooth val="0"/>
          <c:extLst>
            <c:ext xmlns:c16="http://schemas.microsoft.com/office/drawing/2014/chart" uri="{C3380CC4-5D6E-409C-BE32-E72D297353CC}">
              <c16:uniqueId val="{00000000-1674-EA4C-936B-3334A0184A84}"/>
            </c:ext>
          </c:extLst>
        </c:ser>
        <c:ser>
          <c:idx val="1"/>
          <c:order val="1"/>
          <c:tx>
            <c:strRef>
              <c:f>Sheet1!$A$4</c:f>
              <c:strCache>
                <c:ptCount val="1"/>
                <c:pt idx="0">
                  <c:v>Service Assistance Req</c:v>
                </c:pt>
              </c:strCache>
            </c:strRef>
          </c:tx>
          <c:marker>
            <c:symbol val="none"/>
          </c:marker>
          <c:val>
            <c:numRef>
              <c:f>Sheet1!$B$4:$AG$4</c:f>
              <c:numCache>
                <c:formatCode>General</c:formatCode>
                <c:ptCount val="32"/>
                <c:pt idx="0">
                  <c:v>0</c:v>
                </c:pt>
                <c:pt idx="1">
                  <c:v>1</c:v>
                </c:pt>
                <c:pt idx="2">
                  <c:v>3</c:v>
                </c:pt>
                <c:pt idx="3">
                  <c:v>5</c:v>
                </c:pt>
                <c:pt idx="4">
                  <c:v>7</c:v>
                </c:pt>
                <c:pt idx="5">
                  <c:v>9</c:v>
                </c:pt>
                <c:pt idx="6">
                  <c:v>11</c:v>
                </c:pt>
                <c:pt idx="7">
                  <c:v>12</c:v>
                </c:pt>
                <c:pt idx="8">
                  <c:v>14</c:v>
                </c:pt>
                <c:pt idx="9">
                  <c:v>17</c:v>
                </c:pt>
                <c:pt idx="10">
                  <c:v>18</c:v>
                </c:pt>
                <c:pt idx="11">
                  <c:v>20</c:v>
                </c:pt>
                <c:pt idx="12">
                  <c:v>23</c:v>
                </c:pt>
                <c:pt idx="13">
                  <c:v>24</c:v>
                </c:pt>
                <c:pt idx="14">
                  <c:v>26</c:v>
                </c:pt>
                <c:pt idx="15">
                  <c:v>29</c:v>
                </c:pt>
                <c:pt idx="16">
                  <c:v>30</c:v>
                </c:pt>
                <c:pt idx="17">
                  <c:v>32</c:v>
                </c:pt>
                <c:pt idx="18">
                  <c:v>35</c:v>
                </c:pt>
                <c:pt idx="19">
                  <c:v>38</c:v>
                </c:pt>
                <c:pt idx="20">
                  <c:v>41</c:v>
                </c:pt>
                <c:pt idx="21">
                  <c:v>44</c:v>
                </c:pt>
                <c:pt idx="22">
                  <c:v>47</c:v>
                </c:pt>
                <c:pt idx="23">
                  <c:v>50</c:v>
                </c:pt>
                <c:pt idx="24">
                  <c:v>53</c:v>
                </c:pt>
                <c:pt idx="25">
                  <c:v>56</c:v>
                </c:pt>
                <c:pt idx="26">
                  <c:v>59</c:v>
                </c:pt>
                <c:pt idx="27">
                  <c:v>62</c:v>
                </c:pt>
                <c:pt idx="28">
                  <c:v>65</c:v>
                </c:pt>
                <c:pt idx="29">
                  <c:v>68</c:v>
                </c:pt>
                <c:pt idx="30">
                  <c:v>71</c:v>
                </c:pt>
                <c:pt idx="31">
                  <c:v>74</c:v>
                </c:pt>
              </c:numCache>
            </c:numRef>
          </c:val>
          <c:smooth val="0"/>
          <c:extLst>
            <c:ext xmlns:c16="http://schemas.microsoft.com/office/drawing/2014/chart" uri="{C3380CC4-5D6E-409C-BE32-E72D297353CC}">
              <c16:uniqueId val="{00000001-1674-EA4C-936B-3334A0184A84}"/>
            </c:ext>
          </c:extLst>
        </c:ser>
        <c:dLbls>
          <c:showLegendKey val="0"/>
          <c:showVal val="0"/>
          <c:showCatName val="0"/>
          <c:showSerName val="0"/>
          <c:showPercent val="0"/>
          <c:showBubbleSize val="0"/>
        </c:dLbls>
        <c:smooth val="0"/>
        <c:axId val="2099518840"/>
        <c:axId val="2099521816"/>
      </c:lineChart>
      <c:catAx>
        <c:axId val="2099518840"/>
        <c:scaling>
          <c:orientation val="minMax"/>
        </c:scaling>
        <c:delete val="0"/>
        <c:axPos val="b"/>
        <c:majorTickMark val="out"/>
        <c:minorTickMark val="none"/>
        <c:tickLblPos val="nextTo"/>
        <c:crossAx val="2099521816"/>
        <c:crosses val="autoZero"/>
        <c:auto val="1"/>
        <c:lblAlgn val="ctr"/>
        <c:lblOffset val="100"/>
        <c:noMultiLvlLbl val="0"/>
      </c:catAx>
      <c:valAx>
        <c:axId val="2099521816"/>
        <c:scaling>
          <c:orientation val="minMax"/>
        </c:scaling>
        <c:delete val="0"/>
        <c:axPos val="l"/>
        <c:majorGridlines/>
        <c:numFmt formatCode="General" sourceLinked="1"/>
        <c:majorTickMark val="out"/>
        <c:minorTickMark val="none"/>
        <c:tickLblPos val="nextTo"/>
        <c:crossAx val="2099518840"/>
        <c:crosses val="autoZero"/>
        <c:crossBetween val="between"/>
      </c:valAx>
      <c:spPr>
        <a:noFill/>
        <a:ln w="25400">
          <a:noFill/>
        </a:ln>
      </c:spPr>
    </c:plotArea>
    <c:legend>
      <c:legendPos val="r"/>
      <c:overlay val="0"/>
    </c:legend>
    <c:plotVisOnly val="1"/>
    <c:dispBlanksAs val="gap"/>
    <c:showDLblsOverMax val="0"/>
  </c:chart>
  <c:externalData r:id="rId1">
    <c:autoUpdate val="0"/>
  </c:externalData>
  <c:userShapes r:id="rId2"/>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DA3CB9-E2DC-4946-AF74-D7465E3EBD5D}" type="doc">
      <dgm:prSet loTypeId="urn:microsoft.com/office/officeart/2005/8/layout/cycle4" loCatId="" qsTypeId="urn:microsoft.com/office/officeart/2005/8/quickstyle/simple4" qsCatId="simple" csTypeId="urn:microsoft.com/office/officeart/2005/8/colors/accent1_2" csCatId="accent1" phldr="1"/>
      <dgm:spPr/>
      <dgm:t>
        <a:bodyPr/>
        <a:lstStyle/>
        <a:p>
          <a:endParaRPr lang="en-US"/>
        </a:p>
      </dgm:t>
    </dgm:pt>
    <dgm:pt modelId="{2290CAA9-E6C0-5244-9C0F-D73B92D348EC}">
      <dgm:prSet phldrT="[Text]"/>
      <dgm:spPr>
        <a:solidFill>
          <a:srgbClr val="0070C0"/>
        </a:solidFill>
      </dgm:spPr>
      <dgm:t>
        <a:bodyPr/>
        <a:lstStyle/>
        <a:p>
          <a:r>
            <a:rPr lang="en-US"/>
            <a:t>Physical</a:t>
          </a:r>
        </a:p>
      </dgm:t>
    </dgm:pt>
    <dgm:pt modelId="{A09900E8-4959-6F44-936B-05407E5457EE}" type="parTrans" cxnId="{F224B04F-D18A-274A-AAF1-CA44ADE862E7}">
      <dgm:prSet/>
      <dgm:spPr/>
      <dgm:t>
        <a:bodyPr/>
        <a:lstStyle/>
        <a:p>
          <a:endParaRPr lang="en-US"/>
        </a:p>
      </dgm:t>
    </dgm:pt>
    <dgm:pt modelId="{A66FAFDC-4D87-3145-B60C-A1116CAB1D6F}" type="sibTrans" cxnId="{F224B04F-D18A-274A-AAF1-CA44ADE862E7}">
      <dgm:prSet/>
      <dgm:spPr/>
      <dgm:t>
        <a:bodyPr/>
        <a:lstStyle/>
        <a:p>
          <a:endParaRPr lang="en-US"/>
        </a:p>
      </dgm:t>
    </dgm:pt>
    <dgm:pt modelId="{9A834836-EAC6-E840-9DB5-8D88B9D53822}">
      <dgm:prSet phldrT="[Text]"/>
      <dgm:spPr>
        <a:solidFill>
          <a:srgbClr val="0070C0"/>
        </a:solidFill>
      </dgm:spPr>
      <dgm:t>
        <a:bodyPr/>
        <a:lstStyle/>
        <a:p>
          <a:r>
            <a:rPr lang="en-US"/>
            <a:t>Cognitive / Mental Accuity</a:t>
          </a:r>
        </a:p>
        <a:p>
          <a:endParaRPr lang="en-US"/>
        </a:p>
      </dgm:t>
    </dgm:pt>
    <dgm:pt modelId="{23506BFE-2E07-9543-A40D-23FD15D5E706}" type="parTrans" cxnId="{0722B7CE-7566-FA45-B03E-4403D7E7DDBF}">
      <dgm:prSet/>
      <dgm:spPr/>
      <dgm:t>
        <a:bodyPr/>
        <a:lstStyle/>
        <a:p>
          <a:endParaRPr lang="en-US"/>
        </a:p>
      </dgm:t>
    </dgm:pt>
    <dgm:pt modelId="{1D5F7DF6-09B2-034C-AD69-327FFAEA06CE}" type="sibTrans" cxnId="{0722B7CE-7566-FA45-B03E-4403D7E7DDBF}">
      <dgm:prSet/>
      <dgm:spPr/>
      <dgm:t>
        <a:bodyPr/>
        <a:lstStyle/>
        <a:p>
          <a:endParaRPr lang="en-US"/>
        </a:p>
      </dgm:t>
    </dgm:pt>
    <dgm:pt modelId="{ABE62193-1AAA-804C-B05C-D606802D54C2}">
      <dgm:prSet phldrT="[Text]" custT="1"/>
      <dgm:spPr/>
      <dgm:t>
        <a:bodyPr/>
        <a:lstStyle/>
        <a:p>
          <a:r>
            <a:rPr lang="en-US" sz="1200"/>
            <a:t> </a:t>
          </a:r>
          <a:r>
            <a:rPr lang="en-US" sz="1800"/>
            <a:t>Manage Household</a:t>
          </a:r>
        </a:p>
      </dgm:t>
    </dgm:pt>
    <dgm:pt modelId="{A531A244-CC25-154D-92FB-B41EC31B787A}" type="parTrans" cxnId="{6A161B8C-07EF-4C45-B248-281133F58FED}">
      <dgm:prSet/>
      <dgm:spPr/>
      <dgm:t>
        <a:bodyPr/>
        <a:lstStyle/>
        <a:p>
          <a:endParaRPr lang="en-US"/>
        </a:p>
      </dgm:t>
    </dgm:pt>
    <dgm:pt modelId="{E2580632-5616-6948-81D1-0F0D2FF45285}" type="sibTrans" cxnId="{6A161B8C-07EF-4C45-B248-281133F58FED}">
      <dgm:prSet/>
      <dgm:spPr/>
      <dgm:t>
        <a:bodyPr/>
        <a:lstStyle/>
        <a:p>
          <a:endParaRPr lang="en-US"/>
        </a:p>
      </dgm:t>
    </dgm:pt>
    <dgm:pt modelId="{3F1FFE61-13A9-254B-92DC-FB6D556440A1}">
      <dgm:prSet phldrT="[Text]"/>
      <dgm:spPr>
        <a:solidFill>
          <a:srgbClr val="0070C0"/>
        </a:solidFill>
      </dgm:spPr>
      <dgm:t>
        <a:bodyPr/>
        <a:lstStyle/>
        <a:p>
          <a:r>
            <a:rPr lang="en-US"/>
            <a:t>Family / Social Support</a:t>
          </a:r>
        </a:p>
      </dgm:t>
    </dgm:pt>
    <dgm:pt modelId="{397B6D07-239D-1F4F-B20E-1F46BBFE0DEE}" type="parTrans" cxnId="{AC207CEC-0674-2D46-94CC-47670567F086}">
      <dgm:prSet/>
      <dgm:spPr/>
      <dgm:t>
        <a:bodyPr/>
        <a:lstStyle/>
        <a:p>
          <a:endParaRPr lang="en-US"/>
        </a:p>
      </dgm:t>
    </dgm:pt>
    <dgm:pt modelId="{99251B69-D8FE-1245-BE1C-898ECAF9A4AF}" type="sibTrans" cxnId="{AC207CEC-0674-2D46-94CC-47670567F086}">
      <dgm:prSet/>
      <dgm:spPr/>
      <dgm:t>
        <a:bodyPr/>
        <a:lstStyle/>
        <a:p>
          <a:endParaRPr lang="en-US"/>
        </a:p>
      </dgm:t>
    </dgm:pt>
    <dgm:pt modelId="{D778C3C8-E1C0-D243-8BAD-2ECEF87A94BC}">
      <dgm:prSet phldrT="[Text]" custT="1"/>
      <dgm:spPr/>
      <dgm:t>
        <a:bodyPr/>
        <a:lstStyle/>
        <a:p>
          <a:r>
            <a:rPr lang="en-US" sz="1800"/>
            <a:t>Emotional Support</a:t>
          </a:r>
        </a:p>
      </dgm:t>
    </dgm:pt>
    <dgm:pt modelId="{CEFA5407-4396-FA4D-8D81-F3DDDACD12B1}" type="parTrans" cxnId="{4EB0893F-4A7E-F142-A669-61D3AF5A7ECC}">
      <dgm:prSet/>
      <dgm:spPr/>
      <dgm:t>
        <a:bodyPr/>
        <a:lstStyle/>
        <a:p>
          <a:endParaRPr lang="en-US"/>
        </a:p>
      </dgm:t>
    </dgm:pt>
    <dgm:pt modelId="{4B0CB1B3-7AB1-2F41-96D7-D5208F78FE8A}" type="sibTrans" cxnId="{4EB0893F-4A7E-F142-A669-61D3AF5A7ECC}">
      <dgm:prSet/>
      <dgm:spPr/>
      <dgm:t>
        <a:bodyPr/>
        <a:lstStyle/>
        <a:p>
          <a:endParaRPr lang="en-US"/>
        </a:p>
      </dgm:t>
    </dgm:pt>
    <dgm:pt modelId="{A727A72C-BCEC-D048-B302-C3087EAE5835}">
      <dgm:prSet phldrT="[Text]"/>
      <dgm:spPr>
        <a:solidFill>
          <a:srgbClr val="0070C0"/>
        </a:solidFill>
      </dgm:spPr>
      <dgm:t>
        <a:bodyPr/>
        <a:lstStyle/>
        <a:p>
          <a:r>
            <a:rPr lang="en-US"/>
            <a:t>Financial</a:t>
          </a:r>
        </a:p>
      </dgm:t>
    </dgm:pt>
    <dgm:pt modelId="{1BF378DD-7B27-0D41-B8A4-3CD49AE2FB82}" type="parTrans" cxnId="{BEC81E43-EF81-D44B-AD45-820949B38BC3}">
      <dgm:prSet/>
      <dgm:spPr/>
      <dgm:t>
        <a:bodyPr/>
        <a:lstStyle/>
        <a:p>
          <a:endParaRPr lang="en-US"/>
        </a:p>
      </dgm:t>
    </dgm:pt>
    <dgm:pt modelId="{6439AD92-FCDF-0145-BEB7-09987FAC468E}" type="sibTrans" cxnId="{BEC81E43-EF81-D44B-AD45-820949B38BC3}">
      <dgm:prSet/>
      <dgm:spPr/>
      <dgm:t>
        <a:bodyPr/>
        <a:lstStyle/>
        <a:p>
          <a:endParaRPr lang="en-US"/>
        </a:p>
      </dgm:t>
    </dgm:pt>
    <dgm:pt modelId="{3A21B1D4-0CCB-EF4E-9B95-01674B3F6F1B}">
      <dgm:prSet phldrT="[Text]" custT="1"/>
      <dgm:spPr/>
      <dgm:t>
        <a:bodyPr/>
        <a:lstStyle/>
        <a:p>
          <a:r>
            <a:rPr lang="en-US" sz="1800"/>
            <a:t>Ability to pay </a:t>
          </a:r>
        </a:p>
      </dgm:t>
    </dgm:pt>
    <dgm:pt modelId="{CDBF27FB-A6F3-C848-BCCB-03CFDAFAC6E3}" type="parTrans" cxnId="{4C7E4599-BA09-0B4A-81AD-1E9422B0A4BF}">
      <dgm:prSet/>
      <dgm:spPr/>
      <dgm:t>
        <a:bodyPr/>
        <a:lstStyle/>
        <a:p>
          <a:endParaRPr lang="en-US"/>
        </a:p>
      </dgm:t>
    </dgm:pt>
    <dgm:pt modelId="{ADFE9BB4-B90E-9647-A7C7-B29E020A0BA9}" type="sibTrans" cxnId="{4C7E4599-BA09-0B4A-81AD-1E9422B0A4BF}">
      <dgm:prSet/>
      <dgm:spPr/>
      <dgm:t>
        <a:bodyPr/>
        <a:lstStyle/>
        <a:p>
          <a:endParaRPr lang="en-US"/>
        </a:p>
      </dgm:t>
    </dgm:pt>
    <dgm:pt modelId="{DB3D41C3-820A-9245-905C-241BB11A15CE}">
      <dgm:prSet phldrT="[Text]"/>
      <dgm:spPr/>
      <dgm:t>
        <a:bodyPr/>
        <a:lstStyle/>
        <a:p>
          <a:r>
            <a:rPr lang="en-US"/>
            <a:t>Ambulatory</a:t>
          </a:r>
        </a:p>
      </dgm:t>
    </dgm:pt>
    <dgm:pt modelId="{CB5A8BE6-9643-2947-96B1-65CFCB613BF9}" type="parTrans" cxnId="{39B883D5-7C2C-5B4D-9005-4DD9A77FB1A3}">
      <dgm:prSet/>
      <dgm:spPr/>
      <dgm:t>
        <a:bodyPr/>
        <a:lstStyle/>
        <a:p>
          <a:endParaRPr lang="en-US"/>
        </a:p>
      </dgm:t>
    </dgm:pt>
    <dgm:pt modelId="{AFC63F43-AE65-CB4A-97CA-0D42A3B48541}" type="sibTrans" cxnId="{39B883D5-7C2C-5B4D-9005-4DD9A77FB1A3}">
      <dgm:prSet/>
      <dgm:spPr/>
      <dgm:t>
        <a:bodyPr/>
        <a:lstStyle/>
        <a:p>
          <a:endParaRPr lang="en-US"/>
        </a:p>
      </dgm:t>
    </dgm:pt>
    <dgm:pt modelId="{AF5228E4-A32F-6C46-B4D4-93B2A570BA83}">
      <dgm:prSet phldrT="[Text]" custT="1"/>
      <dgm:spPr/>
      <dgm:t>
        <a:bodyPr/>
        <a:lstStyle/>
        <a:p>
          <a:r>
            <a:rPr lang="en-US" sz="1800"/>
            <a:t>Make decisions</a:t>
          </a:r>
        </a:p>
      </dgm:t>
    </dgm:pt>
    <dgm:pt modelId="{31B87D35-C62D-A141-94B4-E192C86D575B}" type="parTrans" cxnId="{EB2CBEA1-0B0C-9C4D-B64F-9AE06EF48AAE}">
      <dgm:prSet/>
      <dgm:spPr/>
      <dgm:t>
        <a:bodyPr/>
        <a:lstStyle/>
        <a:p>
          <a:endParaRPr lang="en-US"/>
        </a:p>
      </dgm:t>
    </dgm:pt>
    <dgm:pt modelId="{E9CC8E54-6CE6-3443-9C07-EAFCABF7E1D8}" type="sibTrans" cxnId="{EB2CBEA1-0B0C-9C4D-B64F-9AE06EF48AAE}">
      <dgm:prSet/>
      <dgm:spPr/>
      <dgm:t>
        <a:bodyPr/>
        <a:lstStyle/>
        <a:p>
          <a:endParaRPr lang="en-US"/>
        </a:p>
      </dgm:t>
    </dgm:pt>
    <dgm:pt modelId="{2329DA13-42ED-D34E-9A19-675FC8DDC6DC}">
      <dgm:prSet phldrT="[Text]"/>
      <dgm:spPr/>
      <dgm:t>
        <a:bodyPr/>
        <a:lstStyle/>
        <a:p>
          <a:endParaRPr lang="en-US" sz="1200"/>
        </a:p>
      </dgm:t>
    </dgm:pt>
    <dgm:pt modelId="{77CB3C60-C2FB-5340-98EB-854910E1FCE9}" type="parTrans" cxnId="{A6AFAFAC-A749-CB48-A13E-C252CA6B15D1}">
      <dgm:prSet/>
      <dgm:spPr/>
      <dgm:t>
        <a:bodyPr/>
        <a:lstStyle/>
        <a:p>
          <a:endParaRPr lang="en-US"/>
        </a:p>
      </dgm:t>
    </dgm:pt>
    <dgm:pt modelId="{97945D1C-2A4C-2142-B43E-F3848F1E3FAB}" type="sibTrans" cxnId="{A6AFAFAC-A749-CB48-A13E-C252CA6B15D1}">
      <dgm:prSet/>
      <dgm:spPr/>
      <dgm:t>
        <a:bodyPr/>
        <a:lstStyle/>
        <a:p>
          <a:endParaRPr lang="en-US"/>
        </a:p>
      </dgm:t>
    </dgm:pt>
    <dgm:pt modelId="{F877DC4A-5763-5143-A2E3-226FEC777E99}">
      <dgm:prSet phldrT="[Text]"/>
      <dgm:spPr/>
      <dgm:t>
        <a:bodyPr/>
        <a:lstStyle/>
        <a:p>
          <a:r>
            <a:rPr lang="en-US"/>
            <a:t>Can Drive</a:t>
          </a:r>
        </a:p>
      </dgm:t>
    </dgm:pt>
    <dgm:pt modelId="{8253245B-0E0D-624F-9F64-86EE23939072}" type="parTrans" cxnId="{F21FE803-7CC8-4541-86EE-87568A9E5D1D}">
      <dgm:prSet/>
      <dgm:spPr/>
      <dgm:t>
        <a:bodyPr/>
        <a:lstStyle/>
        <a:p>
          <a:endParaRPr lang="en-US"/>
        </a:p>
      </dgm:t>
    </dgm:pt>
    <dgm:pt modelId="{EF87B2A7-C7F0-6D45-BD77-326A33C4CA07}" type="sibTrans" cxnId="{F21FE803-7CC8-4541-86EE-87568A9E5D1D}">
      <dgm:prSet/>
      <dgm:spPr/>
      <dgm:t>
        <a:bodyPr/>
        <a:lstStyle/>
        <a:p>
          <a:endParaRPr lang="en-US"/>
        </a:p>
      </dgm:t>
    </dgm:pt>
    <dgm:pt modelId="{42EFC356-DD9A-1B42-8E11-F172C9F77162}">
      <dgm:prSet phldrT="[Text]" custT="1"/>
      <dgm:spPr/>
      <dgm:t>
        <a:bodyPr/>
        <a:lstStyle/>
        <a:p>
          <a:r>
            <a:rPr lang="en-US" sz="1800"/>
            <a:t>Drive</a:t>
          </a:r>
        </a:p>
      </dgm:t>
    </dgm:pt>
    <dgm:pt modelId="{6839B68D-B7E7-8545-9359-FE2894BC8D8B}" type="parTrans" cxnId="{FE32B0D1-35AC-B541-8698-42E3B29A6DA2}">
      <dgm:prSet/>
      <dgm:spPr/>
      <dgm:t>
        <a:bodyPr/>
        <a:lstStyle/>
        <a:p>
          <a:endParaRPr lang="en-US"/>
        </a:p>
      </dgm:t>
    </dgm:pt>
    <dgm:pt modelId="{8C750E80-F756-1D49-833B-4975DB87AD5A}" type="sibTrans" cxnId="{FE32B0D1-35AC-B541-8698-42E3B29A6DA2}">
      <dgm:prSet/>
      <dgm:spPr/>
      <dgm:t>
        <a:bodyPr/>
        <a:lstStyle/>
        <a:p>
          <a:endParaRPr lang="en-US"/>
        </a:p>
      </dgm:t>
    </dgm:pt>
    <dgm:pt modelId="{E31CC99C-53A7-7747-90DA-A491BCBD4F45}">
      <dgm:prSet phldrT="[Text]" custT="1"/>
      <dgm:spPr/>
      <dgm:t>
        <a:bodyPr/>
        <a:lstStyle/>
        <a:p>
          <a:r>
            <a:rPr lang="en-US" sz="1800"/>
            <a:t>Socialization</a:t>
          </a:r>
        </a:p>
      </dgm:t>
    </dgm:pt>
    <dgm:pt modelId="{A36B9BEE-CBB1-4042-B1C3-DF449C5B4867}" type="parTrans" cxnId="{3733E7AA-1797-8C40-8BE2-ED123078E604}">
      <dgm:prSet/>
      <dgm:spPr/>
      <dgm:t>
        <a:bodyPr/>
        <a:lstStyle/>
        <a:p>
          <a:endParaRPr lang="en-US"/>
        </a:p>
      </dgm:t>
    </dgm:pt>
    <dgm:pt modelId="{AEEF8DDE-D889-5548-B5E7-84DA2A4C93B5}" type="sibTrans" cxnId="{3733E7AA-1797-8C40-8BE2-ED123078E604}">
      <dgm:prSet/>
      <dgm:spPr/>
      <dgm:t>
        <a:bodyPr/>
        <a:lstStyle/>
        <a:p>
          <a:endParaRPr lang="en-US"/>
        </a:p>
      </dgm:t>
    </dgm:pt>
    <dgm:pt modelId="{6A040DA7-12F4-E242-A5AB-8C97DB950E77}">
      <dgm:prSet phldrT="[Text]" custT="1"/>
      <dgm:spPr/>
      <dgm:t>
        <a:bodyPr/>
        <a:lstStyle/>
        <a:p>
          <a:r>
            <a:rPr lang="en-US" sz="1800"/>
            <a:t>Communication</a:t>
          </a:r>
        </a:p>
      </dgm:t>
    </dgm:pt>
    <dgm:pt modelId="{8BED67C0-9B40-BC46-9066-894EB7B24035}" type="parTrans" cxnId="{B2017E41-4756-FB4C-8A95-1C75E67B2D5C}">
      <dgm:prSet/>
      <dgm:spPr/>
      <dgm:t>
        <a:bodyPr/>
        <a:lstStyle/>
        <a:p>
          <a:endParaRPr lang="en-US"/>
        </a:p>
      </dgm:t>
    </dgm:pt>
    <dgm:pt modelId="{4AE9A391-DFEF-CB4C-AD97-16E279C88079}" type="sibTrans" cxnId="{B2017E41-4756-FB4C-8A95-1C75E67B2D5C}">
      <dgm:prSet/>
      <dgm:spPr/>
      <dgm:t>
        <a:bodyPr/>
        <a:lstStyle/>
        <a:p>
          <a:endParaRPr lang="en-US"/>
        </a:p>
      </dgm:t>
    </dgm:pt>
    <dgm:pt modelId="{DF82EA70-C216-D84D-BBDB-BB52B2A76E57}">
      <dgm:prSet phldrT="[Text]" custT="1"/>
      <dgm:spPr/>
      <dgm:t>
        <a:bodyPr/>
        <a:lstStyle/>
        <a:p>
          <a:r>
            <a:rPr lang="en-US" sz="1800"/>
            <a:t>Engagement</a:t>
          </a:r>
        </a:p>
      </dgm:t>
    </dgm:pt>
    <dgm:pt modelId="{83B14963-DE7D-354A-91A0-B0982E94F7C2}" type="parTrans" cxnId="{E3927D50-553C-FC4F-BDAB-D42FE9CDBEEF}">
      <dgm:prSet/>
      <dgm:spPr/>
      <dgm:t>
        <a:bodyPr/>
        <a:lstStyle/>
        <a:p>
          <a:endParaRPr lang="en-US"/>
        </a:p>
      </dgm:t>
    </dgm:pt>
    <dgm:pt modelId="{ED587CC8-977B-9446-A016-A187AB951D3B}" type="sibTrans" cxnId="{E3927D50-553C-FC4F-BDAB-D42FE9CDBEEF}">
      <dgm:prSet/>
      <dgm:spPr/>
      <dgm:t>
        <a:bodyPr/>
        <a:lstStyle/>
        <a:p>
          <a:endParaRPr lang="en-US"/>
        </a:p>
      </dgm:t>
    </dgm:pt>
    <dgm:pt modelId="{76E57767-5792-394D-91C0-A45C6165095B}">
      <dgm:prSet phldrT="[Text]" custT="1"/>
      <dgm:spPr/>
      <dgm:t>
        <a:bodyPr/>
        <a:lstStyle/>
        <a:p>
          <a:r>
            <a:rPr lang="en-US" sz="1800"/>
            <a:t>Manage Finances</a:t>
          </a:r>
        </a:p>
      </dgm:t>
    </dgm:pt>
    <dgm:pt modelId="{32A9B71F-61C2-BC4F-A72C-DA79FCD99437}" type="parTrans" cxnId="{D53FD292-9B3E-834F-9859-B14C1442C34F}">
      <dgm:prSet/>
      <dgm:spPr/>
      <dgm:t>
        <a:bodyPr/>
        <a:lstStyle/>
        <a:p>
          <a:endParaRPr lang="en-US"/>
        </a:p>
      </dgm:t>
    </dgm:pt>
    <dgm:pt modelId="{595F3C27-2C29-1947-9063-1C70C6939542}" type="sibTrans" cxnId="{D53FD292-9B3E-834F-9859-B14C1442C34F}">
      <dgm:prSet/>
      <dgm:spPr/>
      <dgm:t>
        <a:bodyPr/>
        <a:lstStyle/>
        <a:p>
          <a:endParaRPr lang="en-US"/>
        </a:p>
      </dgm:t>
    </dgm:pt>
    <dgm:pt modelId="{8423ABDC-99AD-3541-973E-787B467F2F2E}">
      <dgm:prSet phldrT="[Text]" custT="1"/>
      <dgm:spPr/>
      <dgm:t>
        <a:bodyPr/>
        <a:lstStyle/>
        <a:p>
          <a:r>
            <a:rPr lang="en-US" sz="1800"/>
            <a:t>Personal Wealth</a:t>
          </a:r>
        </a:p>
      </dgm:t>
    </dgm:pt>
    <dgm:pt modelId="{814B3119-3892-D246-B277-2A73E15A118F}" type="parTrans" cxnId="{F4A460FF-B020-FB46-959C-F2DE13829ADF}">
      <dgm:prSet/>
      <dgm:spPr/>
      <dgm:t>
        <a:bodyPr/>
        <a:lstStyle/>
        <a:p>
          <a:endParaRPr lang="en-US"/>
        </a:p>
      </dgm:t>
    </dgm:pt>
    <dgm:pt modelId="{0D6B85DB-D8F0-574F-810D-2DB6A751894B}" type="sibTrans" cxnId="{F4A460FF-B020-FB46-959C-F2DE13829ADF}">
      <dgm:prSet/>
      <dgm:spPr/>
      <dgm:t>
        <a:bodyPr/>
        <a:lstStyle/>
        <a:p>
          <a:endParaRPr lang="en-US"/>
        </a:p>
      </dgm:t>
    </dgm:pt>
    <dgm:pt modelId="{60DED547-BDE9-AD43-97DB-C5D6FFAE6421}">
      <dgm:prSet phldrT="[Text]" custT="1"/>
      <dgm:spPr/>
      <dgm:t>
        <a:bodyPr/>
        <a:lstStyle/>
        <a:p>
          <a:endParaRPr lang="en-US" sz="1600"/>
        </a:p>
      </dgm:t>
    </dgm:pt>
    <dgm:pt modelId="{9FC67189-6616-2544-873D-8D8A4A42F34D}" type="parTrans" cxnId="{FC1D9517-1E9C-2C48-8FE3-F6FF311CD7C1}">
      <dgm:prSet/>
      <dgm:spPr/>
      <dgm:t>
        <a:bodyPr/>
        <a:lstStyle/>
        <a:p>
          <a:endParaRPr lang="en-US"/>
        </a:p>
      </dgm:t>
    </dgm:pt>
    <dgm:pt modelId="{579C56B2-A601-A041-9DAE-5334D04FC535}" type="sibTrans" cxnId="{FC1D9517-1E9C-2C48-8FE3-F6FF311CD7C1}">
      <dgm:prSet/>
      <dgm:spPr/>
      <dgm:t>
        <a:bodyPr/>
        <a:lstStyle/>
        <a:p>
          <a:endParaRPr lang="en-US"/>
        </a:p>
      </dgm:t>
    </dgm:pt>
    <dgm:pt modelId="{25739D58-D458-2741-A7B2-CE30A8B29304}">
      <dgm:prSet phldrT="[Text]" custT="1"/>
      <dgm:spPr/>
      <dgm:t>
        <a:bodyPr/>
        <a:lstStyle/>
        <a:p>
          <a:r>
            <a:rPr lang="en-US" sz="1800"/>
            <a:t>Insurance</a:t>
          </a:r>
        </a:p>
      </dgm:t>
    </dgm:pt>
    <dgm:pt modelId="{F3D1F841-FB1C-9E42-9FB3-76D723A62068}" type="parTrans" cxnId="{B817E07E-4F91-534E-88DB-1A1C504C829C}">
      <dgm:prSet/>
      <dgm:spPr/>
      <dgm:t>
        <a:bodyPr/>
        <a:lstStyle/>
        <a:p>
          <a:endParaRPr lang="en-US"/>
        </a:p>
      </dgm:t>
    </dgm:pt>
    <dgm:pt modelId="{9D0F8DD1-6C2A-0748-A248-8586CD876E4B}" type="sibTrans" cxnId="{B817E07E-4F91-534E-88DB-1A1C504C829C}">
      <dgm:prSet/>
      <dgm:spPr/>
      <dgm:t>
        <a:bodyPr/>
        <a:lstStyle/>
        <a:p>
          <a:endParaRPr lang="en-US"/>
        </a:p>
      </dgm:t>
    </dgm:pt>
    <dgm:pt modelId="{EBDE4239-BF4B-6946-9581-FDBC1B5DDD83}">
      <dgm:prSet phldrT="[Text]" custT="1"/>
      <dgm:spPr/>
      <dgm:t>
        <a:bodyPr/>
        <a:lstStyle/>
        <a:p>
          <a:r>
            <a:rPr lang="en-US" sz="1800"/>
            <a:t>Governmental Assistance</a:t>
          </a:r>
        </a:p>
      </dgm:t>
    </dgm:pt>
    <dgm:pt modelId="{FD18959E-FACD-0341-9CAF-E44B141FC46C}" type="parTrans" cxnId="{30B9E681-5411-C344-85A6-523E2C5B2CBB}">
      <dgm:prSet/>
      <dgm:spPr/>
      <dgm:t>
        <a:bodyPr/>
        <a:lstStyle/>
        <a:p>
          <a:endParaRPr lang="en-US"/>
        </a:p>
      </dgm:t>
    </dgm:pt>
    <dgm:pt modelId="{11456B93-2D6C-C84E-8D62-F24210AE3A6E}" type="sibTrans" cxnId="{30B9E681-5411-C344-85A6-523E2C5B2CBB}">
      <dgm:prSet/>
      <dgm:spPr/>
      <dgm:t>
        <a:bodyPr/>
        <a:lstStyle/>
        <a:p>
          <a:endParaRPr lang="en-US"/>
        </a:p>
      </dgm:t>
    </dgm:pt>
    <dgm:pt modelId="{C1C34B2E-43F3-9445-AA7A-72A89449EB84}">
      <dgm:prSet phldrT="[Text]" custT="1"/>
      <dgm:spPr/>
      <dgm:t>
        <a:bodyPr/>
        <a:lstStyle/>
        <a:p>
          <a:r>
            <a:rPr lang="en-US" sz="2000"/>
            <a:t>Spiritual</a:t>
          </a:r>
        </a:p>
      </dgm:t>
    </dgm:pt>
    <dgm:pt modelId="{BBC481D5-2E61-1340-A272-6F77EE625C3A}" type="parTrans" cxnId="{D912DA68-F5C7-F74C-A405-A3B0ADDB4BB3}">
      <dgm:prSet/>
      <dgm:spPr/>
      <dgm:t>
        <a:bodyPr/>
        <a:lstStyle/>
        <a:p>
          <a:endParaRPr lang="en-US"/>
        </a:p>
      </dgm:t>
    </dgm:pt>
    <dgm:pt modelId="{0527ECB6-BE01-DD44-9B72-69723EC7A9E2}" type="sibTrans" cxnId="{D912DA68-F5C7-F74C-A405-A3B0ADDB4BB3}">
      <dgm:prSet/>
      <dgm:spPr/>
      <dgm:t>
        <a:bodyPr/>
        <a:lstStyle/>
        <a:p>
          <a:endParaRPr lang="en-US"/>
        </a:p>
      </dgm:t>
    </dgm:pt>
    <dgm:pt modelId="{83170F4C-B7FD-654A-BBF6-03863C4CE3F2}">
      <dgm:prSet phldrT="[Text]"/>
      <dgm:spPr/>
      <dgm:t>
        <a:bodyPr/>
        <a:lstStyle/>
        <a:p>
          <a:r>
            <a:rPr lang="en-US"/>
            <a:t>General Health</a:t>
          </a:r>
        </a:p>
      </dgm:t>
    </dgm:pt>
    <dgm:pt modelId="{EAE177D0-CD23-7942-ABC1-98E75FA7FA0B}" type="parTrans" cxnId="{7A0B35B1-D7AA-9D46-B361-7CA000000835}">
      <dgm:prSet/>
      <dgm:spPr/>
      <dgm:t>
        <a:bodyPr/>
        <a:lstStyle/>
        <a:p>
          <a:endParaRPr lang="en-US"/>
        </a:p>
      </dgm:t>
    </dgm:pt>
    <dgm:pt modelId="{3F0FA02D-B040-5B42-8DB2-2B0402296663}" type="sibTrans" cxnId="{7A0B35B1-D7AA-9D46-B361-7CA000000835}">
      <dgm:prSet/>
      <dgm:spPr/>
      <dgm:t>
        <a:bodyPr/>
        <a:lstStyle/>
        <a:p>
          <a:endParaRPr lang="en-US"/>
        </a:p>
      </dgm:t>
    </dgm:pt>
    <dgm:pt modelId="{544A94F7-02C0-0341-AE7E-FF98FFE0B029}">
      <dgm:prSet phldrT="[Text]" custT="1"/>
      <dgm:spPr/>
      <dgm:t>
        <a:bodyPr/>
        <a:lstStyle/>
        <a:p>
          <a:r>
            <a:rPr lang="en-US" sz="1800"/>
            <a:t>Monthly Income</a:t>
          </a:r>
        </a:p>
      </dgm:t>
    </dgm:pt>
    <dgm:pt modelId="{BE6F5250-7426-5246-8CD9-00DDC9374218}" type="parTrans" cxnId="{2C784BBC-BBA6-9942-99E6-C02B1749A0ED}">
      <dgm:prSet/>
      <dgm:spPr/>
      <dgm:t>
        <a:bodyPr/>
        <a:lstStyle/>
        <a:p>
          <a:endParaRPr lang="en-US"/>
        </a:p>
      </dgm:t>
    </dgm:pt>
    <dgm:pt modelId="{1EF40AE7-0801-1441-AE59-AAEB99861F0D}" type="sibTrans" cxnId="{2C784BBC-BBA6-9942-99E6-C02B1749A0ED}">
      <dgm:prSet/>
      <dgm:spPr/>
      <dgm:t>
        <a:bodyPr/>
        <a:lstStyle/>
        <a:p>
          <a:endParaRPr lang="en-US"/>
        </a:p>
      </dgm:t>
    </dgm:pt>
    <dgm:pt modelId="{40C52FF8-2C48-4043-B7B9-264F9D2133D2}" type="pres">
      <dgm:prSet presAssocID="{63DA3CB9-E2DC-4946-AF74-D7465E3EBD5D}" presName="cycleMatrixDiagram" presStyleCnt="0">
        <dgm:presLayoutVars>
          <dgm:chMax val="1"/>
          <dgm:dir/>
          <dgm:animLvl val="lvl"/>
          <dgm:resizeHandles val="exact"/>
        </dgm:presLayoutVars>
      </dgm:prSet>
      <dgm:spPr/>
    </dgm:pt>
    <dgm:pt modelId="{81B0EC4E-B376-0E48-AD91-B75E3D5983DD}" type="pres">
      <dgm:prSet presAssocID="{63DA3CB9-E2DC-4946-AF74-D7465E3EBD5D}" presName="children" presStyleCnt="0"/>
      <dgm:spPr/>
    </dgm:pt>
    <dgm:pt modelId="{345918C4-3FF6-5E48-ABD4-A7ABBD33DCCE}" type="pres">
      <dgm:prSet presAssocID="{63DA3CB9-E2DC-4946-AF74-D7465E3EBD5D}" presName="child1group" presStyleCnt="0"/>
      <dgm:spPr/>
    </dgm:pt>
    <dgm:pt modelId="{A0BF475E-86DB-4B47-AEA9-6F4B375258C7}" type="pres">
      <dgm:prSet presAssocID="{63DA3CB9-E2DC-4946-AF74-D7465E3EBD5D}" presName="child1" presStyleLbl="bgAcc1" presStyleIdx="0" presStyleCnt="4" custScaleX="154425" custScaleY="107170" custLinFactNeighborX="-46362" custLinFactNeighborY="32480"/>
      <dgm:spPr/>
    </dgm:pt>
    <dgm:pt modelId="{F0A7B86B-527B-994E-8440-B5B840F4F9E6}" type="pres">
      <dgm:prSet presAssocID="{63DA3CB9-E2DC-4946-AF74-D7465E3EBD5D}" presName="child1Text" presStyleLbl="bgAcc1" presStyleIdx="0" presStyleCnt="4">
        <dgm:presLayoutVars>
          <dgm:bulletEnabled val="1"/>
        </dgm:presLayoutVars>
      </dgm:prSet>
      <dgm:spPr/>
    </dgm:pt>
    <dgm:pt modelId="{7D348057-3AA5-2C47-8430-E658E58EBBF4}" type="pres">
      <dgm:prSet presAssocID="{63DA3CB9-E2DC-4946-AF74-D7465E3EBD5D}" presName="child2group" presStyleCnt="0"/>
      <dgm:spPr/>
    </dgm:pt>
    <dgm:pt modelId="{B56D163F-3654-2A46-B3D7-5A230235FF72}" type="pres">
      <dgm:prSet presAssocID="{63DA3CB9-E2DC-4946-AF74-D7465E3EBD5D}" presName="child2" presStyleLbl="bgAcc1" presStyleIdx="1" presStyleCnt="4" custScaleX="149789" custScaleY="125109" custLinFactNeighborX="47726" custLinFactNeighborY="24939"/>
      <dgm:spPr/>
    </dgm:pt>
    <dgm:pt modelId="{80AEAD8C-B088-1848-8DA4-C3993B08C9B7}" type="pres">
      <dgm:prSet presAssocID="{63DA3CB9-E2DC-4946-AF74-D7465E3EBD5D}" presName="child2Text" presStyleLbl="bgAcc1" presStyleIdx="1" presStyleCnt="4">
        <dgm:presLayoutVars>
          <dgm:bulletEnabled val="1"/>
        </dgm:presLayoutVars>
      </dgm:prSet>
      <dgm:spPr/>
    </dgm:pt>
    <dgm:pt modelId="{2A0D1CE0-E2A8-AC4D-B2F7-90EFFFB0F278}" type="pres">
      <dgm:prSet presAssocID="{63DA3CB9-E2DC-4946-AF74-D7465E3EBD5D}" presName="child3group" presStyleCnt="0"/>
      <dgm:spPr/>
    </dgm:pt>
    <dgm:pt modelId="{DA7D40B4-79EA-9544-90D4-87C702581361}" type="pres">
      <dgm:prSet presAssocID="{63DA3CB9-E2DC-4946-AF74-D7465E3EBD5D}" presName="child3" presStyleLbl="bgAcc1" presStyleIdx="2" presStyleCnt="4" custScaleX="156545" custScaleY="153974" custLinFactNeighborX="48480" custLinFactNeighborY="-23519"/>
      <dgm:spPr/>
    </dgm:pt>
    <dgm:pt modelId="{65851DCB-560D-FF43-8D34-08402A8CE728}" type="pres">
      <dgm:prSet presAssocID="{63DA3CB9-E2DC-4946-AF74-D7465E3EBD5D}" presName="child3Text" presStyleLbl="bgAcc1" presStyleIdx="2" presStyleCnt="4">
        <dgm:presLayoutVars>
          <dgm:bulletEnabled val="1"/>
        </dgm:presLayoutVars>
      </dgm:prSet>
      <dgm:spPr/>
    </dgm:pt>
    <dgm:pt modelId="{9C700021-F3EF-9541-BB2F-8455550E8B37}" type="pres">
      <dgm:prSet presAssocID="{63DA3CB9-E2DC-4946-AF74-D7465E3EBD5D}" presName="child4group" presStyleCnt="0"/>
      <dgm:spPr/>
    </dgm:pt>
    <dgm:pt modelId="{DC507009-8292-E740-8A55-C4947D0D3D88}" type="pres">
      <dgm:prSet presAssocID="{63DA3CB9-E2DC-4946-AF74-D7465E3EBD5D}" presName="child4" presStyleLbl="bgAcc1" presStyleIdx="3" presStyleCnt="4" custScaleX="153069" custScaleY="187335" custLinFactNeighborX="-43775" custLinFactNeighborY="-53104"/>
      <dgm:spPr/>
    </dgm:pt>
    <dgm:pt modelId="{FFC1C5DD-D54C-5644-88FE-7A610401198E}" type="pres">
      <dgm:prSet presAssocID="{63DA3CB9-E2DC-4946-AF74-D7465E3EBD5D}" presName="child4Text" presStyleLbl="bgAcc1" presStyleIdx="3" presStyleCnt="4">
        <dgm:presLayoutVars>
          <dgm:bulletEnabled val="1"/>
        </dgm:presLayoutVars>
      </dgm:prSet>
      <dgm:spPr/>
    </dgm:pt>
    <dgm:pt modelId="{9255C12C-183D-744D-A048-FB19C5408E8E}" type="pres">
      <dgm:prSet presAssocID="{63DA3CB9-E2DC-4946-AF74-D7465E3EBD5D}" presName="childPlaceholder" presStyleCnt="0"/>
      <dgm:spPr/>
    </dgm:pt>
    <dgm:pt modelId="{DF15F850-9800-1943-BACC-DCFA16515E00}" type="pres">
      <dgm:prSet presAssocID="{63DA3CB9-E2DC-4946-AF74-D7465E3EBD5D}" presName="circle" presStyleCnt="0"/>
      <dgm:spPr/>
    </dgm:pt>
    <dgm:pt modelId="{B0BF7A6B-7C78-9E47-B36D-0C880C8EBF65}" type="pres">
      <dgm:prSet presAssocID="{63DA3CB9-E2DC-4946-AF74-D7465E3EBD5D}" presName="quadrant1" presStyleLbl="node1" presStyleIdx="0" presStyleCnt="4">
        <dgm:presLayoutVars>
          <dgm:chMax val="1"/>
          <dgm:bulletEnabled val="1"/>
        </dgm:presLayoutVars>
      </dgm:prSet>
      <dgm:spPr/>
    </dgm:pt>
    <dgm:pt modelId="{3FA10D0E-B88B-F246-A999-7D0EB0F6CF9F}" type="pres">
      <dgm:prSet presAssocID="{63DA3CB9-E2DC-4946-AF74-D7465E3EBD5D}" presName="quadrant2" presStyleLbl="node1" presStyleIdx="1" presStyleCnt="4" custLinFactNeighborX="-819" custLinFactNeighborY="-1218">
        <dgm:presLayoutVars>
          <dgm:chMax val="1"/>
          <dgm:bulletEnabled val="1"/>
        </dgm:presLayoutVars>
      </dgm:prSet>
      <dgm:spPr/>
    </dgm:pt>
    <dgm:pt modelId="{BF07A17A-1902-B749-BD43-5D4D040EAFB8}" type="pres">
      <dgm:prSet presAssocID="{63DA3CB9-E2DC-4946-AF74-D7465E3EBD5D}" presName="quadrant3" presStyleLbl="node1" presStyleIdx="2" presStyleCnt="4">
        <dgm:presLayoutVars>
          <dgm:chMax val="1"/>
          <dgm:bulletEnabled val="1"/>
        </dgm:presLayoutVars>
      </dgm:prSet>
      <dgm:spPr/>
    </dgm:pt>
    <dgm:pt modelId="{71A1CB50-171C-ED46-86B6-BD81909B5D40}" type="pres">
      <dgm:prSet presAssocID="{63DA3CB9-E2DC-4946-AF74-D7465E3EBD5D}" presName="quadrant4" presStyleLbl="node1" presStyleIdx="3" presStyleCnt="4">
        <dgm:presLayoutVars>
          <dgm:chMax val="1"/>
          <dgm:bulletEnabled val="1"/>
        </dgm:presLayoutVars>
      </dgm:prSet>
      <dgm:spPr/>
    </dgm:pt>
    <dgm:pt modelId="{9B0719A4-7FC6-B343-A6E5-7E2D091F8ADF}" type="pres">
      <dgm:prSet presAssocID="{63DA3CB9-E2DC-4946-AF74-D7465E3EBD5D}" presName="quadrantPlaceholder" presStyleCnt="0"/>
      <dgm:spPr/>
    </dgm:pt>
    <dgm:pt modelId="{85CD926A-DDE6-AF42-9E5D-5FB9AAD5EC8D}" type="pres">
      <dgm:prSet presAssocID="{63DA3CB9-E2DC-4946-AF74-D7465E3EBD5D}" presName="center1" presStyleLbl="fgShp" presStyleIdx="0" presStyleCnt="2"/>
      <dgm:spPr/>
    </dgm:pt>
    <dgm:pt modelId="{97425919-B6F5-1B40-809D-CCB975944783}" type="pres">
      <dgm:prSet presAssocID="{63DA3CB9-E2DC-4946-AF74-D7465E3EBD5D}" presName="center2" presStyleLbl="fgShp" presStyleIdx="1" presStyleCnt="2"/>
      <dgm:spPr/>
    </dgm:pt>
  </dgm:ptLst>
  <dgm:cxnLst>
    <dgm:cxn modelId="{F21FE803-7CC8-4541-86EE-87568A9E5D1D}" srcId="{2290CAA9-E6C0-5244-9C0F-D73B92D348EC}" destId="{F877DC4A-5763-5143-A2E3-226FEC777E99}" srcOrd="2" destOrd="0" parTransId="{8253245B-0E0D-624F-9F64-86EE23939072}" sibTransId="{EF87B2A7-C7F0-6D45-BD77-326A33C4CA07}"/>
    <dgm:cxn modelId="{40D4C007-8C17-BD41-A55D-70A0D7459EB3}" type="presOf" srcId="{83170F4C-B7FD-654A-BBF6-03863C4CE3F2}" destId="{F0A7B86B-527B-994E-8440-B5B840F4F9E6}" srcOrd="1" destOrd="0" presId="urn:microsoft.com/office/officeart/2005/8/layout/cycle4"/>
    <dgm:cxn modelId="{43C0BC0C-12CA-914D-BB09-96EBB23174F0}" type="presOf" srcId="{D778C3C8-E1C0-D243-8BAD-2ECEF87A94BC}" destId="{DA7D40B4-79EA-9544-90D4-87C702581361}" srcOrd="0" destOrd="0" presId="urn:microsoft.com/office/officeart/2005/8/layout/cycle4"/>
    <dgm:cxn modelId="{F2DA1A10-3C9D-134A-9F35-45F05A8E35AA}" type="presOf" srcId="{25739D58-D458-2741-A7B2-CE30A8B29304}" destId="{FFC1C5DD-D54C-5644-88FE-7A610401198E}" srcOrd="1" destOrd="3" presId="urn:microsoft.com/office/officeart/2005/8/layout/cycle4"/>
    <dgm:cxn modelId="{253ACE10-0016-384D-A035-9FB7AE6A60CF}" type="presOf" srcId="{60DED547-BDE9-AD43-97DB-C5D6FFAE6421}" destId="{DC507009-8292-E740-8A55-C4947D0D3D88}" srcOrd="0" destOrd="5" presId="urn:microsoft.com/office/officeart/2005/8/layout/cycle4"/>
    <dgm:cxn modelId="{4734F413-EAE7-FA45-A828-1C8075787206}" type="presOf" srcId="{544A94F7-02C0-0341-AE7E-FF98FFE0B029}" destId="{DC507009-8292-E740-8A55-C4947D0D3D88}" srcOrd="0" destOrd="2" presId="urn:microsoft.com/office/officeart/2005/8/layout/cycle4"/>
    <dgm:cxn modelId="{FC1D9517-1E9C-2C48-8FE3-F6FF311CD7C1}" srcId="{3A21B1D4-0CCB-EF4E-9B95-01674B3F6F1B}" destId="{60DED547-BDE9-AD43-97DB-C5D6FFAE6421}" srcOrd="4" destOrd="0" parTransId="{9FC67189-6616-2544-873D-8D8A4A42F34D}" sibTransId="{579C56B2-A601-A041-9DAE-5334D04FC535}"/>
    <dgm:cxn modelId="{4A2D6319-F0EF-5E49-9E4E-441E855A8DCC}" type="presOf" srcId="{ABE62193-1AAA-804C-B05C-D606802D54C2}" destId="{80AEAD8C-B088-1848-8DA4-C3993B08C9B7}" srcOrd="1" destOrd="0" presId="urn:microsoft.com/office/officeart/2005/8/layout/cycle4"/>
    <dgm:cxn modelId="{7D872025-F777-E849-BDF8-0A82EA3FCFDA}" type="presOf" srcId="{8423ABDC-99AD-3541-973E-787B467F2F2E}" destId="{FFC1C5DD-D54C-5644-88FE-7A610401198E}" srcOrd="1" destOrd="1" presId="urn:microsoft.com/office/officeart/2005/8/layout/cycle4"/>
    <dgm:cxn modelId="{E8768126-2728-234F-9439-44942781D1D1}" type="presOf" srcId="{F877DC4A-5763-5143-A2E3-226FEC777E99}" destId="{F0A7B86B-527B-994E-8440-B5B840F4F9E6}" srcOrd="1" destOrd="2" presId="urn:microsoft.com/office/officeart/2005/8/layout/cycle4"/>
    <dgm:cxn modelId="{C12F272C-16A8-3540-AA14-03395B43B9EE}" type="presOf" srcId="{DF82EA70-C216-D84D-BBDB-BB52B2A76E57}" destId="{65851DCB-560D-FF43-8D34-08402A8CE728}" srcOrd="1" destOrd="3" presId="urn:microsoft.com/office/officeart/2005/8/layout/cycle4"/>
    <dgm:cxn modelId="{3B90802F-7DD1-1F44-ADF6-26FF70736D7F}" type="presOf" srcId="{25739D58-D458-2741-A7B2-CE30A8B29304}" destId="{DC507009-8292-E740-8A55-C4947D0D3D88}" srcOrd="0" destOrd="3" presId="urn:microsoft.com/office/officeart/2005/8/layout/cycle4"/>
    <dgm:cxn modelId="{82166A3A-F6FE-404B-84BD-2A7DF59826BA}" type="presOf" srcId="{544A94F7-02C0-0341-AE7E-FF98FFE0B029}" destId="{FFC1C5DD-D54C-5644-88FE-7A610401198E}" srcOrd="1" destOrd="2" presId="urn:microsoft.com/office/officeart/2005/8/layout/cycle4"/>
    <dgm:cxn modelId="{4EB0893F-4A7E-F142-A669-61D3AF5A7ECC}" srcId="{3F1FFE61-13A9-254B-92DC-FB6D556440A1}" destId="{D778C3C8-E1C0-D243-8BAD-2ECEF87A94BC}" srcOrd="0" destOrd="0" parTransId="{CEFA5407-4396-FA4D-8D81-F3DDDACD12B1}" sibTransId="{4B0CB1B3-7AB1-2F41-96D7-D5208F78FE8A}"/>
    <dgm:cxn modelId="{B2017E41-4756-FB4C-8A95-1C75E67B2D5C}" srcId="{3F1FFE61-13A9-254B-92DC-FB6D556440A1}" destId="{6A040DA7-12F4-E242-A5AB-8C97DB950E77}" srcOrd="2" destOrd="0" parTransId="{8BED67C0-9B40-BC46-9066-894EB7B24035}" sibTransId="{4AE9A391-DFEF-CB4C-AD97-16E279C88079}"/>
    <dgm:cxn modelId="{BEC81E43-EF81-D44B-AD45-820949B38BC3}" srcId="{63DA3CB9-E2DC-4946-AF74-D7465E3EBD5D}" destId="{A727A72C-BCEC-D048-B302-C3087EAE5835}" srcOrd="3" destOrd="0" parTransId="{1BF378DD-7B27-0D41-B8A4-3CD49AE2FB82}" sibTransId="{6439AD92-FCDF-0145-BEB7-09987FAC468E}"/>
    <dgm:cxn modelId="{B8ED6567-25D2-984A-A972-A7EF0CF5BCF0}" type="presOf" srcId="{EBDE4239-BF4B-6946-9581-FDBC1B5DDD83}" destId="{FFC1C5DD-D54C-5644-88FE-7A610401198E}" srcOrd="1" destOrd="4" presId="urn:microsoft.com/office/officeart/2005/8/layout/cycle4"/>
    <dgm:cxn modelId="{088B1148-6DD0-CC4F-A57A-F6A68D689BFF}" type="presOf" srcId="{DF82EA70-C216-D84D-BBDB-BB52B2A76E57}" destId="{DA7D40B4-79EA-9544-90D4-87C702581361}" srcOrd="0" destOrd="3" presId="urn:microsoft.com/office/officeart/2005/8/layout/cycle4"/>
    <dgm:cxn modelId="{D912DA68-F5C7-F74C-A405-A3B0ADDB4BB3}" srcId="{3F1FFE61-13A9-254B-92DC-FB6D556440A1}" destId="{C1C34B2E-43F3-9445-AA7A-72A89449EB84}" srcOrd="4" destOrd="0" parTransId="{BBC481D5-2E61-1340-A272-6F77EE625C3A}" sibTransId="{0527ECB6-BE01-DD44-9B72-69723EC7A9E2}"/>
    <dgm:cxn modelId="{EEC6146B-A813-0E42-800E-37309A98CDB7}" type="presOf" srcId="{2290CAA9-E6C0-5244-9C0F-D73B92D348EC}" destId="{B0BF7A6B-7C78-9E47-B36D-0C880C8EBF65}" srcOrd="0" destOrd="0" presId="urn:microsoft.com/office/officeart/2005/8/layout/cycle4"/>
    <dgm:cxn modelId="{594B2E4D-CF49-3047-BB25-6A2093F9CEDD}" type="presOf" srcId="{9A834836-EAC6-E840-9DB5-8D88B9D53822}" destId="{3FA10D0E-B88B-F246-A999-7D0EB0F6CF9F}" srcOrd="0" destOrd="0" presId="urn:microsoft.com/office/officeart/2005/8/layout/cycle4"/>
    <dgm:cxn modelId="{3A6CFC4E-9C3D-0E43-A426-F67B599C8599}" type="presOf" srcId="{C1C34B2E-43F3-9445-AA7A-72A89449EB84}" destId="{DA7D40B4-79EA-9544-90D4-87C702581361}" srcOrd="0" destOrd="4" presId="urn:microsoft.com/office/officeart/2005/8/layout/cycle4"/>
    <dgm:cxn modelId="{F224B04F-D18A-274A-AAF1-CA44ADE862E7}" srcId="{63DA3CB9-E2DC-4946-AF74-D7465E3EBD5D}" destId="{2290CAA9-E6C0-5244-9C0F-D73B92D348EC}" srcOrd="0" destOrd="0" parTransId="{A09900E8-4959-6F44-936B-05407E5457EE}" sibTransId="{A66FAFDC-4D87-3145-B60C-A1116CAB1D6F}"/>
    <dgm:cxn modelId="{40D74450-3AC2-2F42-9387-C5CCB1CB13F7}" type="presOf" srcId="{76E57767-5792-394D-91C0-A45C6165095B}" destId="{80AEAD8C-B088-1848-8DA4-C3993B08C9B7}" srcOrd="1" destOrd="3" presId="urn:microsoft.com/office/officeart/2005/8/layout/cycle4"/>
    <dgm:cxn modelId="{E3927D50-553C-FC4F-BDAB-D42FE9CDBEEF}" srcId="{3F1FFE61-13A9-254B-92DC-FB6D556440A1}" destId="{DF82EA70-C216-D84D-BBDB-BB52B2A76E57}" srcOrd="3" destOrd="0" parTransId="{83B14963-DE7D-354A-91A0-B0982E94F7C2}" sibTransId="{ED587CC8-977B-9446-A016-A187AB951D3B}"/>
    <dgm:cxn modelId="{B565EC71-40AC-5445-A67D-DDE6B027BAB5}" type="presOf" srcId="{83170F4C-B7FD-654A-BBF6-03863C4CE3F2}" destId="{A0BF475E-86DB-4B47-AEA9-6F4B375258C7}" srcOrd="0" destOrd="0" presId="urn:microsoft.com/office/officeart/2005/8/layout/cycle4"/>
    <dgm:cxn modelId="{45F9E873-828F-614B-B75D-98A4782C445D}" type="presOf" srcId="{60DED547-BDE9-AD43-97DB-C5D6FFAE6421}" destId="{FFC1C5DD-D54C-5644-88FE-7A610401198E}" srcOrd="1" destOrd="5" presId="urn:microsoft.com/office/officeart/2005/8/layout/cycle4"/>
    <dgm:cxn modelId="{FC71A359-154D-624F-B6B7-CF43D36AA2C1}" type="presOf" srcId="{42EFC356-DD9A-1B42-8E11-F172C9F77162}" destId="{80AEAD8C-B088-1848-8DA4-C3993B08C9B7}" srcOrd="1" destOrd="2" presId="urn:microsoft.com/office/officeart/2005/8/layout/cycle4"/>
    <dgm:cxn modelId="{EC48CE7D-2361-1948-AC53-EB500A112B28}" type="presOf" srcId="{76E57767-5792-394D-91C0-A45C6165095B}" destId="{B56D163F-3654-2A46-B3D7-5A230235FF72}" srcOrd="0" destOrd="3" presId="urn:microsoft.com/office/officeart/2005/8/layout/cycle4"/>
    <dgm:cxn modelId="{B817E07E-4F91-534E-88DB-1A1C504C829C}" srcId="{3A21B1D4-0CCB-EF4E-9B95-01674B3F6F1B}" destId="{25739D58-D458-2741-A7B2-CE30A8B29304}" srcOrd="2" destOrd="0" parTransId="{F3D1F841-FB1C-9E42-9FB3-76D723A62068}" sibTransId="{9D0F8DD1-6C2A-0748-A248-8586CD876E4B}"/>
    <dgm:cxn modelId="{30B9E681-5411-C344-85A6-523E2C5B2CBB}" srcId="{3A21B1D4-0CCB-EF4E-9B95-01674B3F6F1B}" destId="{EBDE4239-BF4B-6946-9581-FDBC1B5DDD83}" srcOrd="3" destOrd="0" parTransId="{FD18959E-FACD-0341-9CAF-E44B141FC46C}" sibTransId="{11456B93-2D6C-C84E-8D62-F24210AE3A6E}"/>
    <dgm:cxn modelId="{98557184-D7A3-2941-B987-CA2CFDDEA062}" type="presOf" srcId="{E31CC99C-53A7-7747-90DA-A491BCBD4F45}" destId="{65851DCB-560D-FF43-8D34-08402A8CE728}" srcOrd="1" destOrd="1" presId="urn:microsoft.com/office/officeart/2005/8/layout/cycle4"/>
    <dgm:cxn modelId="{46FBBC87-52A3-8B4C-B71B-7E1F9CBB2EF5}" type="presOf" srcId="{AF5228E4-A32F-6C46-B4D4-93B2A570BA83}" destId="{80AEAD8C-B088-1848-8DA4-C3993B08C9B7}" srcOrd="1" destOrd="1" presId="urn:microsoft.com/office/officeart/2005/8/layout/cycle4"/>
    <dgm:cxn modelId="{6A161B8C-07EF-4C45-B248-281133F58FED}" srcId="{9A834836-EAC6-E840-9DB5-8D88B9D53822}" destId="{ABE62193-1AAA-804C-B05C-D606802D54C2}" srcOrd="0" destOrd="0" parTransId="{A531A244-CC25-154D-92FB-B41EC31B787A}" sibTransId="{E2580632-5616-6948-81D1-0F0D2FF45285}"/>
    <dgm:cxn modelId="{BCF94B8E-1D32-744A-9454-3A1759E0E024}" type="presOf" srcId="{63DA3CB9-E2DC-4946-AF74-D7465E3EBD5D}" destId="{40C52FF8-2C48-4043-B7B9-264F9D2133D2}" srcOrd="0" destOrd="0" presId="urn:microsoft.com/office/officeart/2005/8/layout/cycle4"/>
    <dgm:cxn modelId="{1C74EE91-6808-084B-AE49-A520477B7C9E}" type="presOf" srcId="{F877DC4A-5763-5143-A2E3-226FEC777E99}" destId="{A0BF475E-86DB-4B47-AEA9-6F4B375258C7}" srcOrd="0" destOrd="2" presId="urn:microsoft.com/office/officeart/2005/8/layout/cycle4"/>
    <dgm:cxn modelId="{D53FD292-9B3E-834F-9859-B14C1442C34F}" srcId="{9A834836-EAC6-E840-9DB5-8D88B9D53822}" destId="{76E57767-5792-394D-91C0-A45C6165095B}" srcOrd="3" destOrd="0" parTransId="{32A9B71F-61C2-BC4F-A72C-DA79FCD99437}" sibTransId="{595F3C27-2C29-1947-9063-1C70C6939542}"/>
    <dgm:cxn modelId="{99413994-153A-F747-8080-CEB474457E04}" type="presOf" srcId="{2329DA13-42ED-D34E-9A19-675FC8DDC6DC}" destId="{80AEAD8C-B088-1848-8DA4-C3993B08C9B7}" srcOrd="1" destOrd="4" presId="urn:microsoft.com/office/officeart/2005/8/layout/cycle4"/>
    <dgm:cxn modelId="{4C7E4599-BA09-0B4A-81AD-1E9422B0A4BF}" srcId="{A727A72C-BCEC-D048-B302-C3087EAE5835}" destId="{3A21B1D4-0CCB-EF4E-9B95-01674B3F6F1B}" srcOrd="0" destOrd="0" parTransId="{CDBF27FB-A6F3-C848-BCCB-03CFDAFAC6E3}" sibTransId="{ADFE9BB4-B90E-9647-A7C7-B29E020A0BA9}"/>
    <dgm:cxn modelId="{EB2CBEA1-0B0C-9C4D-B64F-9AE06EF48AAE}" srcId="{9A834836-EAC6-E840-9DB5-8D88B9D53822}" destId="{AF5228E4-A32F-6C46-B4D4-93B2A570BA83}" srcOrd="1" destOrd="0" parTransId="{31B87D35-C62D-A141-94B4-E192C86D575B}" sibTransId="{E9CC8E54-6CE6-3443-9C07-EAFCABF7E1D8}"/>
    <dgm:cxn modelId="{C3A245A4-BC9F-A248-81E9-012FB3A2E2C5}" type="presOf" srcId="{ABE62193-1AAA-804C-B05C-D606802D54C2}" destId="{B56D163F-3654-2A46-B3D7-5A230235FF72}" srcOrd="0" destOrd="0" presId="urn:microsoft.com/office/officeart/2005/8/layout/cycle4"/>
    <dgm:cxn modelId="{2046AFA5-F690-454E-92B8-16E9AC469AEE}" type="presOf" srcId="{8423ABDC-99AD-3541-973E-787B467F2F2E}" destId="{DC507009-8292-E740-8A55-C4947D0D3D88}" srcOrd="0" destOrd="1" presId="urn:microsoft.com/office/officeart/2005/8/layout/cycle4"/>
    <dgm:cxn modelId="{543046A6-5B74-8A41-A5A3-D6DF50BD4C0B}" type="presOf" srcId="{E31CC99C-53A7-7747-90DA-A491BCBD4F45}" destId="{DA7D40B4-79EA-9544-90D4-87C702581361}" srcOrd="0" destOrd="1" presId="urn:microsoft.com/office/officeart/2005/8/layout/cycle4"/>
    <dgm:cxn modelId="{3733E7AA-1797-8C40-8BE2-ED123078E604}" srcId="{3F1FFE61-13A9-254B-92DC-FB6D556440A1}" destId="{E31CC99C-53A7-7747-90DA-A491BCBD4F45}" srcOrd="1" destOrd="0" parTransId="{A36B9BEE-CBB1-4042-B1C3-DF449C5B4867}" sibTransId="{AEEF8DDE-D889-5548-B5E7-84DA2A4C93B5}"/>
    <dgm:cxn modelId="{A6AFAFAC-A749-CB48-A13E-C252CA6B15D1}" srcId="{9A834836-EAC6-E840-9DB5-8D88B9D53822}" destId="{2329DA13-42ED-D34E-9A19-675FC8DDC6DC}" srcOrd="4" destOrd="0" parTransId="{77CB3C60-C2FB-5340-98EB-854910E1FCE9}" sibTransId="{97945D1C-2A4C-2142-B43E-F3848F1E3FAB}"/>
    <dgm:cxn modelId="{7A0B35B1-D7AA-9D46-B361-7CA000000835}" srcId="{2290CAA9-E6C0-5244-9C0F-D73B92D348EC}" destId="{83170F4C-B7FD-654A-BBF6-03863C4CE3F2}" srcOrd="0" destOrd="0" parTransId="{EAE177D0-CD23-7942-ABC1-98E75FA7FA0B}" sibTransId="{3F0FA02D-B040-5B42-8DB2-2B0402296663}"/>
    <dgm:cxn modelId="{50BBEEB1-B313-644D-B1AC-184113FE0076}" type="presOf" srcId="{3A21B1D4-0CCB-EF4E-9B95-01674B3F6F1B}" destId="{FFC1C5DD-D54C-5644-88FE-7A610401198E}" srcOrd="1" destOrd="0" presId="urn:microsoft.com/office/officeart/2005/8/layout/cycle4"/>
    <dgm:cxn modelId="{47ADCCB6-21A9-924C-8180-73EB73979C21}" type="presOf" srcId="{AF5228E4-A32F-6C46-B4D4-93B2A570BA83}" destId="{B56D163F-3654-2A46-B3D7-5A230235FF72}" srcOrd="0" destOrd="1" presId="urn:microsoft.com/office/officeart/2005/8/layout/cycle4"/>
    <dgm:cxn modelId="{044309B8-5321-5442-94DC-8C7C02DC925B}" type="presOf" srcId="{42EFC356-DD9A-1B42-8E11-F172C9F77162}" destId="{B56D163F-3654-2A46-B3D7-5A230235FF72}" srcOrd="0" destOrd="2" presId="urn:microsoft.com/office/officeart/2005/8/layout/cycle4"/>
    <dgm:cxn modelId="{44ADC6B8-FC03-1042-AC69-AF690688F67E}" type="presOf" srcId="{6A040DA7-12F4-E242-A5AB-8C97DB950E77}" destId="{DA7D40B4-79EA-9544-90D4-87C702581361}" srcOrd="0" destOrd="2" presId="urn:microsoft.com/office/officeart/2005/8/layout/cycle4"/>
    <dgm:cxn modelId="{FE32DFB9-F3E5-9A4C-919C-62D82808D797}" type="presOf" srcId="{DB3D41C3-820A-9245-905C-241BB11A15CE}" destId="{F0A7B86B-527B-994E-8440-B5B840F4F9E6}" srcOrd="1" destOrd="1" presId="urn:microsoft.com/office/officeart/2005/8/layout/cycle4"/>
    <dgm:cxn modelId="{AD45D3BB-A63A-514B-A5E1-1F5EB85D0E28}" type="presOf" srcId="{D778C3C8-E1C0-D243-8BAD-2ECEF87A94BC}" destId="{65851DCB-560D-FF43-8D34-08402A8CE728}" srcOrd="1" destOrd="0" presId="urn:microsoft.com/office/officeart/2005/8/layout/cycle4"/>
    <dgm:cxn modelId="{2C784BBC-BBA6-9942-99E6-C02B1749A0ED}" srcId="{3A21B1D4-0CCB-EF4E-9B95-01674B3F6F1B}" destId="{544A94F7-02C0-0341-AE7E-FF98FFE0B029}" srcOrd="1" destOrd="0" parTransId="{BE6F5250-7426-5246-8CD9-00DDC9374218}" sibTransId="{1EF40AE7-0801-1441-AE59-AAEB99861F0D}"/>
    <dgm:cxn modelId="{0112AABD-8595-9049-A5E0-889905044FCB}" type="presOf" srcId="{A727A72C-BCEC-D048-B302-C3087EAE5835}" destId="{71A1CB50-171C-ED46-86B6-BD81909B5D40}" srcOrd="0" destOrd="0" presId="urn:microsoft.com/office/officeart/2005/8/layout/cycle4"/>
    <dgm:cxn modelId="{5DA285C3-A873-A24B-BD71-A4F06DE236C5}" type="presOf" srcId="{EBDE4239-BF4B-6946-9581-FDBC1B5DDD83}" destId="{DC507009-8292-E740-8A55-C4947D0D3D88}" srcOrd="0" destOrd="4" presId="urn:microsoft.com/office/officeart/2005/8/layout/cycle4"/>
    <dgm:cxn modelId="{EB2FB5C8-00D5-5F47-94F8-A7A20703025B}" type="presOf" srcId="{DB3D41C3-820A-9245-905C-241BB11A15CE}" destId="{A0BF475E-86DB-4B47-AEA9-6F4B375258C7}" srcOrd="0" destOrd="1" presId="urn:microsoft.com/office/officeart/2005/8/layout/cycle4"/>
    <dgm:cxn modelId="{0722B7CE-7566-FA45-B03E-4403D7E7DDBF}" srcId="{63DA3CB9-E2DC-4946-AF74-D7465E3EBD5D}" destId="{9A834836-EAC6-E840-9DB5-8D88B9D53822}" srcOrd="1" destOrd="0" parTransId="{23506BFE-2E07-9543-A40D-23FD15D5E706}" sibTransId="{1D5F7DF6-09B2-034C-AD69-327FFAEA06CE}"/>
    <dgm:cxn modelId="{FE32B0D1-35AC-B541-8698-42E3B29A6DA2}" srcId="{9A834836-EAC6-E840-9DB5-8D88B9D53822}" destId="{42EFC356-DD9A-1B42-8E11-F172C9F77162}" srcOrd="2" destOrd="0" parTransId="{6839B68D-B7E7-8545-9359-FE2894BC8D8B}" sibTransId="{8C750E80-F756-1D49-833B-4975DB87AD5A}"/>
    <dgm:cxn modelId="{A18F77D4-116D-3E40-B826-0A385B5805C3}" type="presOf" srcId="{3A21B1D4-0CCB-EF4E-9B95-01674B3F6F1B}" destId="{DC507009-8292-E740-8A55-C4947D0D3D88}" srcOrd="0" destOrd="0" presId="urn:microsoft.com/office/officeart/2005/8/layout/cycle4"/>
    <dgm:cxn modelId="{39B883D5-7C2C-5B4D-9005-4DD9A77FB1A3}" srcId="{2290CAA9-E6C0-5244-9C0F-D73B92D348EC}" destId="{DB3D41C3-820A-9245-905C-241BB11A15CE}" srcOrd="1" destOrd="0" parTransId="{CB5A8BE6-9643-2947-96B1-65CFCB613BF9}" sibTransId="{AFC63F43-AE65-CB4A-97CA-0D42A3B48541}"/>
    <dgm:cxn modelId="{B8FB53D7-3181-7D47-A4B0-B1E39F72B377}" type="presOf" srcId="{3F1FFE61-13A9-254B-92DC-FB6D556440A1}" destId="{BF07A17A-1902-B749-BD43-5D4D040EAFB8}" srcOrd="0" destOrd="0" presId="urn:microsoft.com/office/officeart/2005/8/layout/cycle4"/>
    <dgm:cxn modelId="{6190D5DF-EE4C-EB4D-ACF1-646985436305}" type="presOf" srcId="{6A040DA7-12F4-E242-A5AB-8C97DB950E77}" destId="{65851DCB-560D-FF43-8D34-08402A8CE728}" srcOrd="1" destOrd="2" presId="urn:microsoft.com/office/officeart/2005/8/layout/cycle4"/>
    <dgm:cxn modelId="{A32C92E5-E260-CA49-92FE-D4FC6953F884}" type="presOf" srcId="{C1C34B2E-43F3-9445-AA7A-72A89449EB84}" destId="{65851DCB-560D-FF43-8D34-08402A8CE728}" srcOrd="1" destOrd="4" presId="urn:microsoft.com/office/officeart/2005/8/layout/cycle4"/>
    <dgm:cxn modelId="{AC207CEC-0674-2D46-94CC-47670567F086}" srcId="{63DA3CB9-E2DC-4946-AF74-D7465E3EBD5D}" destId="{3F1FFE61-13A9-254B-92DC-FB6D556440A1}" srcOrd="2" destOrd="0" parTransId="{397B6D07-239D-1F4F-B20E-1F46BBFE0DEE}" sibTransId="{99251B69-D8FE-1245-BE1C-898ECAF9A4AF}"/>
    <dgm:cxn modelId="{958082FA-F273-F74A-8B96-E2AC99014312}" type="presOf" srcId="{2329DA13-42ED-D34E-9A19-675FC8DDC6DC}" destId="{B56D163F-3654-2A46-B3D7-5A230235FF72}" srcOrd="0" destOrd="4" presId="urn:microsoft.com/office/officeart/2005/8/layout/cycle4"/>
    <dgm:cxn modelId="{F4A460FF-B020-FB46-959C-F2DE13829ADF}" srcId="{3A21B1D4-0CCB-EF4E-9B95-01674B3F6F1B}" destId="{8423ABDC-99AD-3541-973E-787B467F2F2E}" srcOrd="0" destOrd="0" parTransId="{814B3119-3892-D246-B277-2A73E15A118F}" sibTransId="{0D6B85DB-D8F0-574F-810D-2DB6A751894B}"/>
    <dgm:cxn modelId="{FA261A0A-54AB-FE4D-A87E-2E6DBF48A5AA}" type="presParOf" srcId="{40C52FF8-2C48-4043-B7B9-264F9D2133D2}" destId="{81B0EC4E-B376-0E48-AD91-B75E3D5983DD}" srcOrd="0" destOrd="0" presId="urn:microsoft.com/office/officeart/2005/8/layout/cycle4"/>
    <dgm:cxn modelId="{68CCEFDC-13A1-B545-A3B3-8879C0146A8F}" type="presParOf" srcId="{81B0EC4E-B376-0E48-AD91-B75E3D5983DD}" destId="{345918C4-3FF6-5E48-ABD4-A7ABBD33DCCE}" srcOrd="0" destOrd="0" presId="urn:microsoft.com/office/officeart/2005/8/layout/cycle4"/>
    <dgm:cxn modelId="{F3D1704D-9D58-E14A-8378-3B5804E87BC8}" type="presParOf" srcId="{345918C4-3FF6-5E48-ABD4-A7ABBD33DCCE}" destId="{A0BF475E-86DB-4B47-AEA9-6F4B375258C7}" srcOrd="0" destOrd="0" presId="urn:microsoft.com/office/officeart/2005/8/layout/cycle4"/>
    <dgm:cxn modelId="{D6315C88-FB01-D543-B40A-F8B47EB65E9E}" type="presParOf" srcId="{345918C4-3FF6-5E48-ABD4-A7ABBD33DCCE}" destId="{F0A7B86B-527B-994E-8440-B5B840F4F9E6}" srcOrd="1" destOrd="0" presId="urn:microsoft.com/office/officeart/2005/8/layout/cycle4"/>
    <dgm:cxn modelId="{4DEA2E0E-BCB0-3445-87A1-57025D5E561D}" type="presParOf" srcId="{81B0EC4E-B376-0E48-AD91-B75E3D5983DD}" destId="{7D348057-3AA5-2C47-8430-E658E58EBBF4}" srcOrd="1" destOrd="0" presId="urn:microsoft.com/office/officeart/2005/8/layout/cycle4"/>
    <dgm:cxn modelId="{68FB89B3-9BF5-8C47-B07B-5D4373C79535}" type="presParOf" srcId="{7D348057-3AA5-2C47-8430-E658E58EBBF4}" destId="{B56D163F-3654-2A46-B3D7-5A230235FF72}" srcOrd="0" destOrd="0" presId="urn:microsoft.com/office/officeart/2005/8/layout/cycle4"/>
    <dgm:cxn modelId="{D31B4A75-4935-E048-B9A2-54AB7ED9E98E}" type="presParOf" srcId="{7D348057-3AA5-2C47-8430-E658E58EBBF4}" destId="{80AEAD8C-B088-1848-8DA4-C3993B08C9B7}" srcOrd="1" destOrd="0" presId="urn:microsoft.com/office/officeart/2005/8/layout/cycle4"/>
    <dgm:cxn modelId="{13E59ADC-B26D-9244-B0DC-896B43B584F3}" type="presParOf" srcId="{81B0EC4E-B376-0E48-AD91-B75E3D5983DD}" destId="{2A0D1CE0-E2A8-AC4D-B2F7-90EFFFB0F278}" srcOrd="2" destOrd="0" presId="urn:microsoft.com/office/officeart/2005/8/layout/cycle4"/>
    <dgm:cxn modelId="{3733461A-2854-D649-A375-AAD1EF302A4B}" type="presParOf" srcId="{2A0D1CE0-E2A8-AC4D-B2F7-90EFFFB0F278}" destId="{DA7D40B4-79EA-9544-90D4-87C702581361}" srcOrd="0" destOrd="0" presId="urn:microsoft.com/office/officeart/2005/8/layout/cycle4"/>
    <dgm:cxn modelId="{20EF04D1-46D5-1E48-BB5B-D2CB84D54A70}" type="presParOf" srcId="{2A0D1CE0-E2A8-AC4D-B2F7-90EFFFB0F278}" destId="{65851DCB-560D-FF43-8D34-08402A8CE728}" srcOrd="1" destOrd="0" presId="urn:microsoft.com/office/officeart/2005/8/layout/cycle4"/>
    <dgm:cxn modelId="{4E5834C6-EB9F-2746-93C0-C0B9A348A879}" type="presParOf" srcId="{81B0EC4E-B376-0E48-AD91-B75E3D5983DD}" destId="{9C700021-F3EF-9541-BB2F-8455550E8B37}" srcOrd="3" destOrd="0" presId="urn:microsoft.com/office/officeart/2005/8/layout/cycle4"/>
    <dgm:cxn modelId="{C4AB017C-899D-BB4D-AAD6-B3054E71977C}" type="presParOf" srcId="{9C700021-F3EF-9541-BB2F-8455550E8B37}" destId="{DC507009-8292-E740-8A55-C4947D0D3D88}" srcOrd="0" destOrd="0" presId="urn:microsoft.com/office/officeart/2005/8/layout/cycle4"/>
    <dgm:cxn modelId="{6EF1D476-A91E-5A43-A373-7962CC1C8158}" type="presParOf" srcId="{9C700021-F3EF-9541-BB2F-8455550E8B37}" destId="{FFC1C5DD-D54C-5644-88FE-7A610401198E}" srcOrd="1" destOrd="0" presId="urn:microsoft.com/office/officeart/2005/8/layout/cycle4"/>
    <dgm:cxn modelId="{34289980-B62F-5E41-B54E-1A31F17C44A1}" type="presParOf" srcId="{81B0EC4E-B376-0E48-AD91-B75E3D5983DD}" destId="{9255C12C-183D-744D-A048-FB19C5408E8E}" srcOrd="4" destOrd="0" presId="urn:microsoft.com/office/officeart/2005/8/layout/cycle4"/>
    <dgm:cxn modelId="{C9C759B1-A1AF-F64F-BE10-9567449EA1B2}" type="presParOf" srcId="{40C52FF8-2C48-4043-B7B9-264F9D2133D2}" destId="{DF15F850-9800-1943-BACC-DCFA16515E00}" srcOrd="1" destOrd="0" presId="urn:microsoft.com/office/officeart/2005/8/layout/cycle4"/>
    <dgm:cxn modelId="{C89669F2-798D-574C-B1BC-696B10B3BB3A}" type="presParOf" srcId="{DF15F850-9800-1943-BACC-DCFA16515E00}" destId="{B0BF7A6B-7C78-9E47-B36D-0C880C8EBF65}" srcOrd="0" destOrd="0" presId="urn:microsoft.com/office/officeart/2005/8/layout/cycle4"/>
    <dgm:cxn modelId="{05DF3A11-EE2A-A845-872E-D00C64E968A8}" type="presParOf" srcId="{DF15F850-9800-1943-BACC-DCFA16515E00}" destId="{3FA10D0E-B88B-F246-A999-7D0EB0F6CF9F}" srcOrd="1" destOrd="0" presId="urn:microsoft.com/office/officeart/2005/8/layout/cycle4"/>
    <dgm:cxn modelId="{3CC3FFD5-7880-0143-A73B-227FFD54664E}" type="presParOf" srcId="{DF15F850-9800-1943-BACC-DCFA16515E00}" destId="{BF07A17A-1902-B749-BD43-5D4D040EAFB8}" srcOrd="2" destOrd="0" presId="urn:microsoft.com/office/officeart/2005/8/layout/cycle4"/>
    <dgm:cxn modelId="{484035B1-3F24-6A46-A1B6-F38C3A969153}" type="presParOf" srcId="{DF15F850-9800-1943-BACC-DCFA16515E00}" destId="{71A1CB50-171C-ED46-86B6-BD81909B5D40}" srcOrd="3" destOrd="0" presId="urn:microsoft.com/office/officeart/2005/8/layout/cycle4"/>
    <dgm:cxn modelId="{5DB90079-3F3C-8D42-ABEB-C12C4C77D503}" type="presParOf" srcId="{DF15F850-9800-1943-BACC-DCFA16515E00}" destId="{9B0719A4-7FC6-B343-A6E5-7E2D091F8ADF}" srcOrd="4" destOrd="0" presId="urn:microsoft.com/office/officeart/2005/8/layout/cycle4"/>
    <dgm:cxn modelId="{57C46E08-BC96-8B46-8EB5-71AFC81CB851}" type="presParOf" srcId="{40C52FF8-2C48-4043-B7B9-264F9D2133D2}" destId="{85CD926A-DDE6-AF42-9E5D-5FB9AAD5EC8D}" srcOrd="2" destOrd="0" presId="urn:microsoft.com/office/officeart/2005/8/layout/cycle4"/>
    <dgm:cxn modelId="{01C94CE1-7771-F545-ACD2-DB1076AC34D9}" type="presParOf" srcId="{40C52FF8-2C48-4043-B7B9-264F9D2133D2}" destId="{97425919-B6F5-1B40-809D-CCB975944783}" srcOrd="3" destOrd="0" presId="urn:microsoft.com/office/officeart/2005/8/layout/cycle4"/>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DA3CB9-E2DC-4946-AF74-D7465E3EBD5D}" type="doc">
      <dgm:prSet loTypeId="urn:microsoft.com/office/officeart/2005/8/layout/cycle4" loCatId="" qsTypeId="urn:microsoft.com/office/officeart/2005/8/quickstyle/simple4" qsCatId="simple" csTypeId="urn:microsoft.com/office/officeart/2005/8/colors/accent1_2" csCatId="accent1" phldr="1"/>
      <dgm:spPr/>
      <dgm:t>
        <a:bodyPr/>
        <a:lstStyle/>
        <a:p>
          <a:endParaRPr lang="en-US"/>
        </a:p>
      </dgm:t>
    </dgm:pt>
    <dgm:pt modelId="{2290CAA9-E6C0-5244-9C0F-D73B92D348EC}">
      <dgm:prSet phldrT="[Text]"/>
      <dgm:spPr>
        <a:solidFill>
          <a:srgbClr val="0070C0"/>
        </a:solidFill>
      </dgm:spPr>
      <dgm:t>
        <a:bodyPr/>
        <a:lstStyle/>
        <a:p>
          <a:r>
            <a:rPr lang="en-US"/>
            <a:t>Physical</a:t>
          </a:r>
        </a:p>
      </dgm:t>
    </dgm:pt>
    <dgm:pt modelId="{A09900E8-4959-6F44-936B-05407E5457EE}" type="parTrans" cxnId="{F224B04F-D18A-274A-AAF1-CA44ADE862E7}">
      <dgm:prSet/>
      <dgm:spPr/>
      <dgm:t>
        <a:bodyPr/>
        <a:lstStyle/>
        <a:p>
          <a:endParaRPr lang="en-US"/>
        </a:p>
      </dgm:t>
    </dgm:pt>
    <dgm:pt modelId="{A66FAFDC-4D87-3145-B60C-A1116CAB1D6F}" type="sibTrans" cxnId="{F224B04F-D18A-274A-AAF1-CA44ADE862E7}">
      <dgm:prSet/>
      <dgm:spPr/>
      <dgm:t>
        <a:bodyPr/>
        <a:lstStyle/>
        <a:p>
          <a:endParaRPr lang="en-US"/>
        </a:p>
      </dgm:t>
    </dgm:pt>
    <dgm:pt modelId="{9A834836-EAC6-E840-9DB5-8D88B9D53822}">
      <dgm:prSet phldrT="[Text]"/>
      <dgm:spPr>
        <a:solidFill>
          <a:srgbClr val="FF0000"/>
        </a:solidFill>
      </dgm:spPr>
      <dgm:t>
        <a:bodyPr/>
        <a:lstStyle/>
        <a:p>
          <a:r>
            <a:rPr lang="en-US" dirty="0"/>
            <a:t>Cognitive / Mental Accuity</a:t>
          </a:r>
        </a:p>
        <a:p>
          <a:endParaRPr lang="en-US" dirty="0"/>
        </a:p>
      </dgm:t>
    </dgm:pt>
    <dgm:pt modelId="{23506BFE-2E07-9543-A40D-23FD15D5E706}" type="parTrans" cxnId="{0722B7CE-7566-FA45-B03E-4403D7E7DDBF}">
      <dgm:prSet/>
      <dgm:spPr/>
      <dgm:t>
        <a:bodyPr/>
        <a:lstStyle/>
        <a:p>
          <a:endParaRPr lang="en-US"/>
        </a:p>
      </dgm:t>
    </dgm:pt>
    <dgm:pt modelId="{1D5F7DF6-09B2-034C-AD69-327FFAEA06CE}" type="sibTrans" cxnId="{0722B7CE-7566-FA45-B03E-4403D7E7DDBF}">
      <dgm:prSet/>
      <dgm:spPr/>
      <dgm:t>
        <a:bodyPr/>
        <a:lstStyle/>
        <a:p>
          <a:endParaRPr lang="en-US"/>
        </a:p>
      </dgm:t>
    </dgm:pt>
    <dgm:pt modelId="{ABE62193-1AAA-804C-B05C-D606802D54C2}">
      <dgm:prSet phldrT="[Text]" custT="1"/>
      <dgm:spPr/>
      <dgm:t>
        <a:bodyPr/>
        <a:lstStyle/>
        <a:p>
          <a:r>
            <a:rPr lang="en-US" sz="1200"/>
            <a:t> </a:t>
          </a:r>
          <a:r>
            <a:rPr lang="en-US" sz="1800"/>
            <a:t>Manage Household</a:t>
          </a:r>
        </a:p>
      </dgm:t>
    </dgm:pt>
    <dgm:pt modelId="{A531A244-CC25-154D-92FB-B41EC31B787A}" type="parTrans" cxnId="{6A161B8C-07EF-4C45-B248-281133F58FED}">
      <dgm:prSet/>
      <dgm:spPr/>
      <dgm:t>
        <a:bodyPr/>
        <a:lstStyle/>
        <a:p>
          <a:endParaRPr lang="en-US"/>
        </a:p>
      </dgm:t>
    </dgm:pt>
    <dgm:pt modelId="{E2580632-5616-6948-81D1-0F0D2FF45285}" type="sibTrans" cxnId="{6A161B8C-07EF-4C45-B248-281133F58FED}">
      <dgm:prSet/>
      <dgm:spPr/>
      <dgm:t>
        <a:bodyPr/>
        <a:lstStyle/>
        <a:p>
          <a:endParaRPr lang="en-US"/>
        </a:p>
      </dgm:t>
    </dgm:pt>
    <dgm:pt modelId="{3F1FFE61-13A9-254B-92DC-FB6D556440A1}">
      <dgm:prSet phldrT="[Text]"/>
      <dgm:spPr>
        <a:solidFill>
          <a:srgbClr val="0070C0"/>
        </a:solidFill>
      </dgm:spPr>
      <dgm:t>
        <a:bodyPr/>
        <a:lstStyle/>
        <a:p>
          <a:r>
            <a:rPr lang="en-US"/>
            <a:t>Family / Social Support</a:t>
          </a:r>
        </a:p>
      </dgm:t>
    </dgm:pt>
    <dgm:pt modelId="{397B6D07-239D-1F4F-B20E-1F46BBFE0DEE}" type="parTrans" cxnId="{AC207CEC-0674-2D46-94CC-47670567F086}">
      <dgm:prSet/>
      <dgm:spPr/>
      <dgm:t>
        <a:bodyPr/>
        <a:lstStyle/>
        <a:p>
          <a:endParaRPr lang="en-US"/>
        </a:p>
      </dgm:t>
    </dgm:pt>
    <dgm:pt modelId="{99251B69-D8FE-1245-BE1C-898ECAF9A4AF}" type="sibTrans" cxnId="{AC207CEC-0674-2D46-94CC-47670567F086}">
      <dgm:prSet/>
      <dgm:spPr/>
      <dgm:t>
        <a:bodyPr/>
        <a:lstStyle/>
        <a:p>
          <a:endParaRPr lang="en-US"/>
        </a:p>
      </dgm:t>
    </dgm:pt>
    <dgm:pt modelId="{D778C3C8-E1C0-D243-8BAD-2ECEF87A94BC}">
      <dgm:prSet phldrT="[Text]" custT="1"/>
      <dgm:spPr/>
      <dgm:t>
        <a:bodyPr/>
        <a:lstStyle/>
        <a:p>
          <a:r>
            <a:rPr lang="en-US" sz="1800"/>
            <a:t>Emotional Support</a:t>
          </a:r>
        </a:p>
      </dgm:t>
    </dgm:pt>
    <dgm:pt modelId="{CEFA5407-4396-FA4D-8D81-F3DDDACD12B1}" type="parTrans" cxnId="{4EB0893F-4A7E-F142-A669-61D3AF5A7ECC}">
      <dgm:prSet/>
      <dgm:spPr/>
      <dgm:t>
        <a:bodyPr/>
        <a:lstStyle/>
        <a:p>
          <a:endParaRPr lang="en-US"/>
        </a:p>
      </dgm:t>
    </dgm:pt>
    <dgm:pt modelId="{4B0CB1B3-7AB1-2F41-96D7-D5208F78FE8A}" type="sibTrans" cxnId="{4EB0893F-4A7E-F142-A669-61D3AF5A7ECC}">
      <dgm:prSet/>
      <dgm:spPr/>
      <dgm:t>
        <a:bodyPr/>
        <a:lstStyle/>
        <a:p>
          <a:endParaRPr lang="en-US"/>
        </a:p>
      </dgm:t>
    </dgm:pt>
    <dgm:pt modelId="{A727A72C-BCEC-D048-B302-C3087EAE5835}">
      <dgm:prSet phldrT="[Text]"/>
      <dgm:spPr>
        <a:solidFill>
          <a:srgbClr val="0070C0"/>
        </a:solidFill>
      </dgm:spPr>
      <dgm:t>
        <a:bodyPr/>
        <a:lstStyle/>
        <a:p>
          <a:r>
            <a:rPr lang="en-US"/>
            <a:t>Financial</a:t>
          </a:r>
        </a:p>
      </dgm:t>
    </dgm:pt>
    <dgm:pt modelId="{1BF378DD-7B27-0D41-B8A4-3CD49AE2FB82}" type="parTrans" cxnId="{BEC81E43-EF81-D44B-AD45-820949B38BC3}">
      <dgm:prSet/>
      <dgm:spPr/>
      <dgm:t>
        <a:bodyPr/>
        <a:lstStyle/>
        <a:p>
          <a:endParaRPr lang="en-US"/>
        </a:p>
      </dgm:t>
    </dgm:pt>
    <dgm:pt modelId="{6439AD92-FCDF-0145-BEB7-09987FAC468E}" type="sibTrans" cxnId="{BEC81E43-EF81-D44B-AD45-820949B38BC3}">
      <dgm:prSet/>
      <dgm:spPr/>
      <dgm:t>
        <a:bodyPr/>
        <a:lstStyle/>
        <a:p>
          <a:endParaRPr lang="en-US"/>
        </a:p>
      </dgm:t>
    </dgm:pt>
    <dgm:pt modelId="{3A21B1D4-0CCB-EF4E-9B95-01674B3F6F1B}">
      <dgm:prSet phldrT="[Text]" custT="1"/>
      <dgm:spPr/>
      <dgm:t>
        <a:bodyPr/>
        <a:lstStyle/>
        <a:p>
          <a:r>
            <a:rPr lang="en-US" sz="1800"/>
            <a:t>Ability to pay </a:t>
          </a:r>
        </a:p>
      </dgm:t>
    </dgm:pt>
    <dgm:pt modelId="{CDBF27FB-A6F3-C848-BCCB-03CFDAFAC6E3}" type="parTrans" cxnId="{4C7E4599-BA09-0B4A-81AD-1E9422B0A4BF}">
      <dgm:prSet/>
      <dgm:spPr/>
      <dgm:t>
        <a:bodyPr/>
        <a:lstStyle/>
        <a:p>
          <a:endParaRPr lang="en-US"/>
        </a:p>
      </dgm:t>
    </dgm:pt>
    <dgm:pt modelId="{ADFE9BB4-B90E-9647-A7C7-B29E020A0BA9}" type="sibTrans" cxnId="{4C7E4599-BA09-0B4A-81AD-1E9422B0A4BF}">
      <dgm:prSet/>
      <dgm:spPr/>
      <dgm:t>
        <a:bodyPr/>
        <a:lstStyle/>
        <a:p>
          <a:endParaRPr lang="en-US"/>
        </a:p>
      </dgm:t>
    </dgm:pt>
    <dgm:pt modelId="{DB3D41C3-820A-9245-905C-241BB11A15CE}">
      <dgm:prSet phldrT="[Text]"/>
      <dgm:spPr/>
      <dgm:t>
        <a:bodyPr/>
        <a:lstStyle/>
        <a:p>
          <a:r>
            <a:rPr lang="en-US"/>
            <a:t>Ambulatory</a:t>
          </a:r>
        </a:p>
      </dgm:t>
    </dgm:pt>
    <dgm:pt modelId="{CB5A8BE6-9643-2947-96B1-65CFCB613BF9}" type="parTrans" cxnId="{39B883D5-7C2C-5B4D-9005-4DD9A77FB1A3}">
      <dgm:prSet/>
      <dgm:spPr/>
      <dgm:t>
        <a:bodyPr/>
        <a:lstStyle/>
        <a:p>
          <a:endParaRPr lang="en-US"/>
        </a:p>
      </dgm:t>
    </dgm:pt>
    <dgm:pt modelId="{AFC63F43-AE65-CB4A-97CA-0D42A3B48541}" type="sibTrans" cxnId="{39B883D5-7C2C-5B4D-9005-4DD9A77FB1A3}">
      <dgm:prSet/>
      <dgm:spPr/>
      <dgm:t>
        <a:bodyPr/>
        <a:lstStyle/>
        <a:p>
          <a:endParaRPr lang="en-US"/>
        </a:p>
      </dgm:t>
    </dgm:pt>
    <dgm:pt modelId="{AF5228E4-A32F-6C46-B4D4-93B2A570BA83}">
      <dgm:prSet phldrT="[Text]" custT="1"/>
      <dgm:spPr/>
      <dgm:t>
        <a:bodyPr/>
        <a:lstStyle/>
        <a:p>
          <a:r>
            <a:rPr lang="en-US" sz="1800"/>
            <a:t>Make decisions</a:t>
          </a:r>
        </a:p>
      </dgm:t>
    </dgm:pt>
    <dgm:pt modelId="{31B87D35-C62D-A141-94B4-E192C86D575B}" type="parTrans" cxnId="{EB2CBEA1-0B0C-9C4D-B64F-9AE06EF48AAE}">
      <dgm:prSet/>
      <dgm:spPr/>
      <dgm:t>
        <a:bodyPr/>
        <a:lstStyle/>
        <a:p>
          <a:endParaRPr lang="en-US"/>
        </a:p>
      </dgm:t>
    </dgm:pt>
    <dgm:pt modelId="{E9CC8E54-6CE6-3443-9C07-EAFCABF7E1D8}" type="sibTrans" cxnId="{EB2CBEA1-0B0C-9C4D-B64F-9AE06EF48AAE}">
      <dgm:prSet/>
      <dgm:spPr/>
      <dgm:t>
        <a:bodyPr/>
        <a:lstStyle/>
        <a:p>
          <a:endParaRPr lang="en-US"/>
        </a:p>
      </dgm:t>
    </dgm:pt>
    <dgm:pt modelId="{2329DA13-42ED-D34E-9A19-675FC8DDC6DC}">
      <dgm:prSet phldrT="[Text]"/>
      <dgm:spPr/>
      <dgm:t>
        <a:bodyPr/>
        <a:lstStyle/>
        <a:p>
          <a:endParaRPr lang="en-US" sz="1200"/>
        </a:p>
      </dgm:t>
    </dgm:pt>
    <dgm:pt modelId="{77CB3C60-C2FB-5340-98EB-854910E1FCE9}" type="parTrans" cxnId="{A6AFAFAC-A749-CB48-A13E-C252CA6B15D1}">
      <dgm:prSet/>
      <dgm:spPr/>
      <dgm:t>
        <a:bodyPr/>
        <a:lstStyle/>
        <a:p>
          <a:endParaRPr lang="en-US"/>
        </a:p>
      </dgm:t>
    </dgm:pt>
    <dgm:pt modelId="{97945D1C-2A4C-2142-B43E-F3848F1E3FAB}" type="sibTrans" cxnId="{A6AFAFAC-A749-CB48-A13E-C252CA6B15D1}">
      <dgm:prSet/>
      <dgm:spPr/>
      <dgm:t>
        <a:bodyPr/>
        <a:lstStyle/>
        <a:p>
          <a:endParaRPr lang="en-US"/>
        </a:p>
      </dgm:t>
    </dgm:pt>
    <dgm:pt modelId="{F877DC4A-5763-5143-A2E3-226FEC777E99}">
      <dgm:prSet phldrT="[Text]"/>
      <dgm:spPr/>
      <dgm:t>
        <a:bodyPr/>
        <a:lstStyle/>
        <a:p>
          <a:r>
            <a:rPr lang="en-US"/>
            <a:t>Can Drive</a:t>
          </a:r>
        </a:p>
      </dgm:t>
    </dgm:pt>
    <dgm:pt modelId="{8253245B-0E0D-624F-9F64-86EE23939072}" type="parTrans" cxnId="{F21FE803-7CC8-4541-86EE-87568A9E5D1D}">
      <dgm:prSet/>
      <dgm:spPr/>
      <dgm:t>
        <a:bodyPr/>
        <a:lstStyle/>
        <a:p>
          <a:endParaRPr lang="en-US"/>
        </a:p>
      </dgm:t>
    </dgm:pt>
    <dgm:pt modelId="{EF87B2A7-C7F0-6D45-BD77-326A33C4CA07}" type="sibTrans" cxnId="{F21FE803-7CC8-4541-86EE-87568A9E5D1D}">
      <dgm:prSet/>
      <dgm:spPr/>
      <dgm:t>
        <a:bodyPr/>
        <a:lstStyle/>
        <a:p>
          <a:endParaRPr lang="en-US"/>
        </a:p>
      </dgm:t>
    </dgm:pt>
    <dgm:pt modelId="{42EFC356-DD9A-1B42-8E11-F172C9F77162}">
      <dgm:prSet phldrT="[Text]" custT="1"/>
      <dgm:spPr/>
      <dgm:t>
        <a:bodyPr/>
        <a:lstStyle/>
        <a:p>
          <a:r>
            <a:rPr lang="en-US" sz="1800"/>
            <a:t>Drive</a:t>
          </a:r>
        </a:p>
      </dgm:t>
    </dgm:pt>
    <dgm:pt modelId="{6839B68D-B7E7-8545-9359-FE2894BC8D8B}" type="parTrans" cxnId="{FE32B0D1-35AC-B541-8698-42E3B29A6DA2}">
      <dgm:prSet/>
      <dgm:spPr/>
      <dgm:t>
        <a:bodyPr/>
        <a:lstStyle/>
        <a:p>
          <a:endParaRPr lang="en-US"/>
        </a:p>
      </dgm:t>
    </dgm:pt>
    <dgm:pt modelId="{8C750E80-F756-1D49-833B-4975DB87AD5A}" type="sibTrans" cxnId="{FE32B0D1-35AC-B541-8698-42E3B29A6DA2}">
      <dgm:prSet/>
      <dgm:spPr/>
      <dgm:t>
        <a:bodyPr/>
        <a:lstStyle/>
        <a:p>
          <a:endParaRPr lang="en-US"/>
        </a:p>
      </dgm:t>
    </dgm:pt>
    <dgm:pt modelId="{E31CC99C-53A7-7747-90DA-A491BCBD4F45}">
      <dgm:prSet phldrT="[Text]" custT="1"/>
      <dgm:spPr/>
      <dgm:t>
        <a:bodyPr/>
        <a:lstStyle/>
        <a:p>
          <a:r>
            <a:rPr lang="en-US" sz="1800"/>
            <a:t>Socialization</a:t>
          </a:r>
        </a:p>
      </dgm:t>
    </dgm:pt>
    <dgm:pt modelId="{A36B9BEE-CBB1-4042-B1C3-DF449C5B4867}" type="parTrans" cxnId="{3733E7AA-1797-8C40-8BE2-ED123078E604}">
      <dgm:prSet/>
      <dgm:spPr/>
      <dgm:t>
        <a:bodyPr/>
        <a:lstStyle/>
        <a:p>
          <a:endParaRPr lang="en-US"/>
        </a:p>
      </dgm:t>
    </dgm:pt>
    <dgm:pt modelId="{AEEF8DDE-D889-5548-B5E7-84DA2A4C93B5}" type="sibTrans" cxnId="{3733E7AA-1797-8C40-8BE2-ED123078E604}">
      <dgm:prSet/>
      <dgm:spPr/>
      <dgm:t>
        <a:bodyPr/>
        <a:lstStyle/>
        <a:p>
          <a:endParaRPr lang="en-US"/>
        </a:p>
      </dgm:t>
    </dgm:pt>
    <dgm:pt modelId="{6A040DA7-12F4-E242-A5AB-8C97DB950E77}">
      <dgm:prSet phldrT="[Text]" custT="1"/>
      <dgm:spPr/>
      <dgm:t>
        <a:bodyPr/>
        <a:lstStyle/>
        <a:p>
          <a:r>
            <a:rPr lang="en-US" sz="1800"/>
            <a:t>Communication</a:t>
          </a:r>
        </a:p>
      </dgm:t>
    </dgm:pt>
    <dgm:pt modelId="{8BED67C0-9B40-BC46-9066-894EB7B24035}" type="parTrans" cxnId="{B2017E41-4756-FB4C-8A95-1C75E67B2D5C}">
      <dgm:prSet/>
      <dgm:spPr/>
      <dgm:t>
        <a:bodyPr/>
        <a:lstStyle/>
        <a:p>
          <a:endParaRPr lang="en-US"/>
        </a:p>
      </dgm:t>
    </dgm:pt>
    <dgm:pt modelId="{4AE9A391-DFEF-CB4C-AD97-16E279C88079}" type="sibTrans" cxnId="{B2017E41-4756-FB4C-8A95-1C75E67B2D5C}">
      <dgm:prSet/>
      <dgm:spPr/>
      <dgm:t>
        <a:bodyPr/>
        <a:lstStyle/>
        <a:p>
          <a:endParaRPr lang="en-US"/>
        </a:p>
      </dgm:t>
    </dgm:pt>
    <dgm:pt modelId="{DF82EA70-C216-D84D-BBDB-BB52B2A76E57}">
      <dgm:prSet phldrT="[Text]" custT="1"/>
      <dgm:spPr/>
      <dgm:t>
        <a:bodyPr/>
        <a:lstStyle/>
        <a:p>
          <a:r>
            <a:rPr lang="en-US" sz="1800"/>
            <a:t>Engagement</a:t>
          </a:r>
        </a:p>
      </dgm:t>
    </dgm:pt>
    <dgm:pt modelId="{83B14963-DE7D-354A-91A0-B0982E94F7C2}" type="parTrans" cxnId="{E3927D50-553C-FC4F-BDAB-D42FE9CDBEEF}">
      <dgm:prSet/>
      <dgm:spPr/>
      <dgm:t>
        <a:bodyPr/>
        <a:lstStyle/>
        <a:p>
          <a:endParaRPr lang="en-US"/>
        </a:p>
      </dgm:t>
    </dgm:pt>
    <dgm:pt modelId="{ED587CC8-977B-9446-A016-A187AB951D3B}" type="sibTrans" cxnId="{E3927D50-553C-FC4F-BDAB-D42FE9CDBEEF}">
      <dgm:prSet/>
      <dgm:spPr/>
      <dgm:t>
        <a:bodyPr/>
        <a:lstStyle/>
        <a:p>
          <a:endParaRPr lang="en-US"/>
        </a:p>
      </dgm:t>
    </dgm:pt>
    <dgm:pt modelId="{76E57767-5792-394D-91C0-A45C6165095B}">
      <dgm:prSet phldrT="[Text]" custT="1"/>
      <dgm:spPr/>
      <dgm:t>
        <a:bodyPr/>
        <a:lstStyle/>
        <a:p>
          <a:r>
            <a:rPr lang="en-US" sz="1800"/>
            <a:t>Manage Finances</a:t>
          </a:r>
        </a:p>
      </dgm:t>
    </dgm:pt>
    <dgm:pt modelId="{32A9B71F-61C2-BC4F-A72C-DA79FCD99437}" type="parTrans" cxnId="{D53FD292-9B3E-834F-9859-B14C1442C34F}">
      <dgm:prSet/>
      <dgm:spPr/>
      <dgm:t>
        <a:bodyPr/>
        <a:lstStyle/>
        <a:p>
          <a:endParaRPr lang="en-US"/>
        </a:p>
      </dgm:t>
    </dgm:pt>
    <dgm:pt modelId="{595F3C27-2C29-1947-9063-1C70C6939542}" type="sibTrans" cxnId="{D53FD292-9B3E-834F-9859-B14C1442C34F}">
      <dgm:prSet/>
      <dgm:spPr/>
      <dgm:t>
        <a:bodyPr/>
        <a:lstStyle/>
        <a:p>
          <a:endParaRPr lang="en-US"/>
        </a:p>
      </dgm:t>
    </dgm:pt>
    <dgm:pt modelId="{8423ABDC-99AD-3541-973E-787B467F2F2E}">
      <dgm:prSet phldrT="[Text]" custT="1"/>
      <dgm:spPr/>
      <dgm:t>
        <a:bodyPr/>
        <a:lstStyle/>
        <a:p>
          <a:r>
            <a:rPr lang="en-US" sz="1800"/>
            <a:t>Personal Wealth</a:t>
          </a:r>
        </a:p>
      </dgm:t>
    </dgm:pt>
    <dgm:pt modelId="{814B3119-3892-D246-B277-2A73E15A118F}" type="parTrans" cxnId="{F4A460FF-B020-FB46-959C-F2DE13829ADF}">
      <dgm:prSet/>
      <dgm:spPr/>
      <dgm:t>
        <a:bodyPr/>
        <a:lstStyle/>
        <a:p>
          <a:endParaRPr lang="en-US"/>
        </a:p>
      </dgm:t>
    </dgm:pt>
    <dgm:pt modelId="{0D6B85DB-D8F0-574F-810D-2DB6A751894B}" type="sibTrans" cxnId="{F4A460FF-B020-FB46-959C-F2DE13829ADF}">
      <dgm:prSet/>
      <dgm:spPr/>
      <dgm:t>
        <a:bodyPr/>
        <a:lstStyle/>
        <a:p>
          <a:endParaRPr lang="en-US"/>
        </a:p>
      </dgm:t>
    </dgm:pt>
    <dgm:pt modelId="{60DED547-BDE9-AD43-97DB-C5D6FFAE6421}">
      <dgm:prSet phldrT="[Text]" custT="1"/>
      <dgm:spPr/>
      <dgm:t>
        <a:bodyPr/>
        <a:lstStyle/>
        <a:p>
          <a:endParaRPr lang="en-US" sz="1600"/>
        </a:p>
      </dgm:t>
    </dgm:pt>
    <dgm:pt modelId="{9FC67189-6616-2544-873D-8D8A4A42F34D}" type="parTrans" cxnId="{FC1D9517-1E9C-2C48-8FE3-F6FF311CD7C1}">
      <dgm:prSet/>
      <dgm:spPr/>
      <dgm:t>
        <a:bodyPr/>
        <a:lstStyle/>
        <a:p>
          <a:endParaRPr lang="en-US"/>
        </a:p>
      </dgm:t>
    </dgm:pt>
    <dgm:pt modelId="{579C56B2-A601-A041-9DAE-5334D04FC535}" type="sibTrans" cxnId="{FC1D9517-1E9C-2C48-8FE3-F6FF311CD7C1}">
      <dgm:prSet/>
      <dgm:spPr/>
      <dgm:t>
        <a:bodyPr/>
        <a:lstStyle/>
        <a:p>
          <a:endParaRPr lang="en-US"/>
        </a:p>
      </dgm:t>
    </dgm:pt>
    <dgm:pt modelId="{25739D58-D458-2741-A7B2-CE30A8B29304}">
      <dgm:prSet phldrT="[Text]" custT="1"/>
      <dgm:spPr/>
      <dgm:t>
        <a:bodyPr/>
        <a:lstStyle/>
        <a:p>
          <a:r>
            <a:rPr lang="en-US" sz="1800"/>
            <a:t>Insurance</a:t>
          </a:r>
        </a:p>
      </dgm:t>
    </dgm:pt>
    <dgm:pt modelId="{F3D1F841-FB1C-9E42-9FB3-76D723A62068}" type="parTrans" cxnId="{B817E07E-4F91-534E-88DB-1A1C504C829C}">
      <dgm:prSet/>
      <dgm:spPr/>
      <dgm:t>
        <a:bodyPr/>
        <a:lstStyle/>
        <a:p>
          <a:endParaRPr lang="en-US"/>
        </a:p>
      </dgm:t>
    </dgm:pt>
    <dgm:pt modelId="{9D0F8DD1-6C2A-0748-A248-8586CD876E4B}" type="sibTrans" cxnId="{B817E07E-4F91-534E-88DB-1A1C504C829C}">
      <dgm:prSet/>
      <dgm:spPr/>
      <dgm:t>
        <a:bodyPr/>
        <a:lstStyle/>
        <a:p>
          <a:endParaRPr lang="en-US"/>
        </a:p>
      </dgm:t>
    </dgm:pt>
    <dgm:pt modelId="{EBDE4239-BF4B-6946-9581-FDBC1B5DDD83}">
      <dgm:prSet phldrT="[Text]" custT="1"/>
      <dgm:spPr/>
      <dgm:t>
        <a:bodyPr/>
        <a:lstStyle/>
        <a:p>
          <a:r>
            <a:rPr lang="en-US" sz="1800"/>
            <a:t>Governmental Assistance</a:t>
          </a:r>
        </a:p>
      </dgm:t>
    </dgm:pt>
    <dgm:pt modelId="{FD18959E-FACD-0341-9CAF-E44B141FC46C}" type="parTrans" cxnId="{30B9E681-5411-C344-85A6-523E2C5B2CBB}">
      <dgm:prSet/>
      <dgm:spPr/>
      <dgm:t>
        <a:bodyPr/>
        <a:lstStyle/>
        <a:p>
          <a:endParaRPr lang="en-US"/>
        </a:p>
      </dgm:t>
    </dgm:pt>
    <dgm:pt modelId="{11456B93-2D6C-C84E-8D62-F24210AE3A6E}" type="sibTrans" cxnId="{30B9E681-5411-C344-85A6-523E2C5B2CBB}">
      <dgm:prSet/>
      <dgm:spPr/>
      <dgm:t>
        <a:bodyPr/>
        <a:lstStyle/>
        <a:p>
          <a:endParaRPr lang="en-US"/>
        </a:p>
      </dgm:t>
    </dgm:pt>
    <dgm:pt modelId="{C1C34B2E-43F3-9445-AA7A-72A89449EB84}">
      <dgm:prSet phldrT="[Text]" custT="1"/>
      <dgm:spPr/>
      <dgm:t>
        <a:bodyPr/>
        <a:lstStyle/>
        <a:p>
          <a:r>
            <a:rPr lang="en-US" sz="2000"/>
            <a:t>Spiritual</a:t>
          </a:r>
        </a:p>
      </dgm:t>
    </dgm:pt>
    <dgm:pt modelId="{BBC481D5-2E61-1340-A272-6F77EE625C3A}" type="parTrans" cxnId="{D912DA68-F5C7-F74C-A405-A3B0ADDB4BB3}">
      <dgm:prSet/>
      <dgm:spPr/>
      <dgm:t>
        <a:bodyPr/>
        <a:lstStyle/>
        <a:p>
          <a:endParaRPr lang="en-US"/>
        </a:p>
      </dgm:t>
    </dgm:pt>
    <dgm:pt modelId="{0527ECB6-BE01-DD44-9B72-69723EC7A9E2}" type="sibTrans" cxnId="{D912DA68-F5C7-F74C-A405-A3B0ADDB4BB3}">
      <dgm:prSet/>
      <dgm:spPr/>
      <dgm:t>
        <a:bodyPr/>
        <a:lstStyle/>
        <a:p>
          <a:endParaRPr lang="en-US"/>
        </a:p>
      </dgm:t>
    </dgm:pt>
    <dgm:pt modelId="{83170F4C-B7FD-654A-BBF6-03863C4CE3F2}">
      <dgm:prSet phldrT="[Text]"/>
      <dgm:spPr/>
      <dgm:t>
        <a:bodyPr/>
        <a:lstStyle/>
        <a:p>
          <a:r>
            <a:rPr lang="en-US"/>
            <a:t>General Health</a:t>
          </a:r>
        </a:p>
      </dgm:t>
    </dgm:pt>
    <dgm:pt modelId="{EAE177D0-CD23-7942-ABC1-98E75FA7FA0B}" type="parTrans" cxnId="{7A0B35B1-D7AA-9D46-B361-7CA000000835}">
      <dgm:prSet/>
      <dgm:spPr/>
      <dgm:t>
        <a:bodyPr/>
        <a:lstStyle/>
        <a:p>
          <a:endParaRPr lang="en-US"/>
        </a:p>
      </dgm:t>
    </dgm:pt>
    <dgm:pt modelId="{3F0FA02D-B040-5B42-8DB2-2B0402296663}" type="sibTrans" cxnId="{7A0B35B1-D7AA-9D46-B361-7CA000000835}">
      <dgm:prSet/>
      <dgm:spPr/>
      <dgm:t>
        <a:bodyPr/>
        <a:lstStyle/>
        <a:p>
          <a:endParaRPr lang="en-US"/>
        </a:p>
      </dgm:t>
    </dgm:pt>
    <dgm:pt modelId="{544A94F7-02C0-0341-AE7E-FF98FFE0B029}">
      <dgm:prSet phldrT="[Text]" custT="1"/>
      <dgm:spPr/>
      <dgm:t>
        <a:bodyPr/>
        <a:lstStyle/>
        <a:p>
          <a:r>
            <a:rPr lang="en-US" sz="1800"/>
            <a:t>Monthly Income</a:t>
          </a:r>
        </a:p>
      </dgm:t>
    </dgm:pt>
    <dgm:pt modelId="{BE6F5250-7426-5246-8CD9-00DDC9374218}" type="parTrans" cxnId="{2C784BBC-BBA6-9942-99E6-C02B1749A0ED}">
      <dgm:prSet/>
      <dgm:spPr/>
      <dgm:t>
        <a:bodyPr/>
        <a:lstStyle/>
        <a:p>
          <a:endParaRPr lang="en-US"/>
        </a:p>
      </dgm:t>
    </dgm:pt>
    <dgm:pt modelId="{1EF40AE7-0801-1441-AE59-AAEB99861F0D}" type="sibTrans" cxnId="{2C784BBC-BBA6-9942-99E6-C02B1749A0ED}">
      <dgm:prSet/>
      <dgm:spPr/>
      <dgm:t>
        <a:bodyPr/>
        <a:lstStyle/>
        <a:p>
          <a:endParaRPr lang="en-US"/>
        </a:p>
      </dgm:t>
    </dgm:pt>
    <dgm:pt modelId="{40C52FF8-2C48-4043-B7B9-264F9D2133D2}" type="pres">
      <dgm:prSet presAssocID="{63DA3CB9-E2DC-4946-AF74-D7465E3EBD5D}" presName="cycleMatrixDiagram" presStyleCnt="0">
        <dgm:presLayoutVars>
          <dgm:chMax val="1"/>
          <dgm:dir/>
          <dgm:animLvl val="lvl"/>
          <dgm:resizeHandles val="exact"/>
        </dgm:presLayoutVars>
      </dgm:prSet>
      <dgm:spPr/>
    </dgm:pt>
    <dgm:pt modelId="{81B0EC4E-B376-0E48-AD91-B75E3D5983DD}" type="pres">
      <dgm:prSet presAssocID="{63DA3CB9-E2DC-4946-AF74-D7465E3EBD5D}" presName="children" presStyleCnt="0"/>
      <dgm:spPr/>
    </dgm:pt>
    <dgm:pt modelId="{345918C4-3FF6-5E48-ABD4-A7ABBD33DCCE}" type="pres">
      <dgm:prSet presAssocID="{63DA3CB9-E2DC-4946-AF74-D7465E3EBD5D}" presName="child1group" presStyleCnt="0"/>
      <dgm:spPr/>
    </dgm:pt>
    <dgm:pt modelId="{A0BF475E-86DB-4B47-AEA9-6F4B375258C7}" type="pres">
      <dgm:prSet presAssocID="{63DA3CB9-E2DC-4946-AF74-D7465E3EBD5D}" presName="child1" presStyleLbl="bgAcc1" presStyleIdx="0" presStyleCnt="4" custScaleX="154425" custScaleY="107170" custLinFactNeighborX="-46362" custLinFactNeighborY="32480"/>
      <dgm:spPr/>
    </dgm:pt>
    <dgm:pt modelId="{F0A7B86B-527B-994E-8440-B5B840F4F9E6}" type="pres">
      <dgm:prSet presAssocID="{63DA3CB9-E2DC-4946-AF74-D7465E3EBD5D}" presName="child1Text" presStyleLbl="bgAcc1" presStyleIdx="0" presStyleCnt="4">
        <dgm:presLayoutVars>
          <dgm:bulletEnabled val="1"/>
        </dgm:presLayoutVars>
      </dgm:prSet>
      <dgm:spPr/>
    </dgm:pt>
    <dgm:pt modelId="{7D348057-3AA5-2C47-8430-E658E58EBBF4}" type="pres">
      <dgm:prSet presAssocID="{63DA3CB9-E2DC-4946-AF74-D7465E3EBD5D}" presName="child2group" presStyleCnt="0"/>
      <dgm:spPr/>
    </dgm:pt>
    <dgm:pt modelId="{B56D163F-3654-2A46-B3D7-5A230235FF72}" type="pres">
      <dgm:prSet presAssocID="{63DA3CB9-E2DC-4946-AF74-D7465E3EBD5D}" presName="child2" presStyleLbl="bgAcc1" presStyleIdx="1" presStyleCnt="4" custScaleX="149789" custScaleY="125109" custLinFactNeighborX="47726" custLinFactNeighborY="24939"/>
      <dgm:spPr/>
    </dgm:pt>
    <dgm:pt modelId="{80AEAD8C-B088-1848-8DA4-C3993B08C9B7}" type="pres">
      <dgm:prSet presAssocID="{63DA3CB9-E2DC-4946-AF74-D7465E3EBD5D}" presName="child2Text" presStyleLbl="bgAcc1" presStyleIdx="1" presStyleCnt="4">
        <dgm:presLayoutVars>
          <dgm:bulletEnabled val="1"/>
        </dgm:presLayoutVars>
      </dgm:prSet>
      <dgm:spPr/>
    </dgm:pt>
    <dgm:pt modelId="{2A0D1CE0-E2A8-AC4D-B2F7-90EFFFB0F278}" type="pres">
      <dgm:prSet presAssocID="{63DA3CB9-E2DC-4946-AF74-D7465E3EBD5D}" presName="child3group" presStyleCnt="0"/>
      <dgm:spPr/>
    </dgm:pt>
    <dgm:pt modelId="{DA7D40B4-79EA-9544-90D4-87C702581361}" type="pres">
      <dgm:prSet presAssocID="{63DA3CB9-E2DC-4946-AF74-D7465E3EBD5D}" presName="child3" presStyleLbl="bgAcc1" presStyleIdx="2" presStyleCnt="4" custScaleX="156545" custScaleY="153974" custLinFactNeighborX="48480" custLinFactNeighborY="-23519"/>
      <dgm:spPr/>
    </dgm:pt>
    <dgm:pt modelId="{65851DCB-560D-FF43-8D34-08402A8CE728}" type="pres">
      <dgm:prSet presAssocID="{63DA3CB9-E2DC-4946-AF74-D7465E3EBD5D}" presName="child3Text" presStyleLbl="bgAcc1" presStyleIdx="2" presStyleCnt="4">
        <dgm:presLayoutVars>
          <dgm:bulletEnabled val="1"/>
        </dgm:presLayoutVars>
      </dgm:prSet>
      <dgm:spPr/>
    </dgm:pt>
    <dgm:pt modelId="{9C700021-F3EF-9541-BB2F-8455550E8B37}" type="pres">
      <dgm:prSet presAssocID="{63DA3CB9-E2DC-4946-AF74-D7465E3EBD5D}" presName="child4group" presStyleCnt="0"/>
      <dgm:spPr/>
    </dgm:pt>
    <dgm:pt modelId="{DC507009-8292-E740-8A55-C4947D0D3D88}" type="pres">
      <dgm:prSet presAssocID="{63DA3CB9-E2DC-4946-AF74-D7465E3EBD5D}" presName="child4" presStyleLbl="bgAcc1" presStyleIdx="3" presStyleCnt="4" custScaleX="153069" custScaleY="187335" custLinFactNeighborX="-43775" custLinFactNeighborY="-53104"/>
      <dgm:spPr/>
    </dgm:pt>
    <dgm:pt modelId="{FFC1C5DD-D54C-5644-88FE-7A610401198E}" type="pres">
      <dgm:prSet presAssocID="{63DA3CB9-E2DC-4946-AF74-D7465E3EBD5D}" presName="child4Text" presStyleLbl="bgAcc1" presStyleIdx="3" presStyleCnt="4">
        <dgm:presLayoutVars>
          <dgm:bulletEnabled val="1"/>
        </dgm:presLayoutVars>
      </dgm:prSet>
      <dgm:spPr/>
    </dgm:pt>
    <dgm:pt modelId="{9255C12C-183D-744D-A048-FB19C5408E8E}" type="pres">
      <dgm:prSet presAssocID="{63DA3CB9-E2DC-4946-AF74-D7465E3EBD5D}" presName="childPlaceholder" presStyleCnt="0"/>
      <dgm:spPr/>
    </dgm:pt>
    <dgm:pt modelId="{DF15F850-9800-1943-BACC-DCFA16515E00}" type="pres">
      <dgm:prSet presAssocID="{63DA3CB9-E2DC-4946-AF74-D7465E3EBD5D}" presName="circle" presStyleCnt="0"/>
      <dgm:spPr/>
    </dgm:pt>
    <dgm:pt modelId="{B0BF7A6B-7C78-9E47-B36D-0C880C8EBF65}" type="pres">
      <dgm:prSet presAssocID="{63DA3CB9-E2DC-4946-AF74-D7465E3EBD5D}" presName="quadrant1" presStyleLbl="node1" presStyleIdx="0" presStyleCnt="4">
        <dgm:presLayoutVars>
          <dgm:chMax val="1"/>
          <dgm:bulletEnabled val="1"/>
        </dgm:presLayoutVars>
      </dgm:prSet>
      <dgm:spPr/>
    </dgm:pt>
    <dgm:pt modelId="{3FA10D0E-B88B-F246-A999-7D0EB0F6CF9F}" type="pres">
      <dgm:prSet presAssocID="{63DA3CB9-E2DC-4946-AF74-D7465E3EBD5D}" presName="quadrant2" presStyleLbl="node1" presStyleIdx="1" presStyleCnt="4" custLinFactNeighborX="-819" custLinFactNeighborY="-1218">
        <dgm:presLayoutVars>
          <dgm:chMax val="1"/>
          <dgm:bulletEnabled val="1"/>
        </dgm:presLayoutVars>
      </dgm:prSet>
      <dgm:spPr/>
    </dgm:pt>
    <dgm:pt modelId="{BF07A17A-1902-B749-BD43-5D4D040EAFB8}" type="pres">
      <dgm:prSet presAssocID="{63DA3CB9-E2DC-4946-AF74-D7465E3EBD5D}" presName="quadrant3" presStyleLbl="node1" presStyleIdx="2" presStyleCnt="4">
        <dgm:presLayoutVars>
          <dgm:chMax val="1"/>
          <dgm:bulletEnabled val="1"/>
        </dgm:presLayoutVars>
      </dgm:prSet>
      <dgm:spPr/>
    </dgm:pt>
    <dgm:pt modelId="{71A1CB50-171C-ED46-86B6-BD81909B5D40}" type="pres">
      <dgm:prSet presAssocID="{63DA3CB9-E2DC-4946-AF74-D7465E3EBD5D}" presName="quadrant4" presStyleLbl="node1" presStyleIdx="3" presStyleCnt="4">
        <dgm:presLayoutVars>
          <dgm:chMax val="1"/>
          <dgm:bulletEnabled val="1"/>
        </dgm:presLayoutVars>
      </dgm:prSet>
      <dgm:spPr/>
    </dgm:pt>
    <dgm:pt modelId="{9B0719A4-7FC6-B343-A6E5-7E2D091F8ADF}" type="pres">
      <dgm:prSet presAssocID="{63DA3CB9-E2DC-4946-AF74-D7465E3EBD5D}" presName="quadrantPlaceholder" presStyleCnt="0"/>
      <dgm:spPr/>
    </dgm:pt>
    <dgm:pt modelId="{85CD926A-DDE6-AF42-9E5D-5FB9AAD5EC8D}" type="pres">
      <dgm:prSet presAssocID="{63DA3CB9-E2DC-4946-AF74-D7465E3EBD5D}" presName="center1" presStyleLbl="fgShp" presStyleIdx="0" presStyleCnt="2"/>
      <dgm:spPr/>
    </dgm:pt>
    <dgm:pt modelId="{97425919-B6F5-1B40-809D-CCB975944783}" type="pres">
      <dgm:prSet presAssocID="{63DA3CB9-E2DC-4946-AF74-D7465E3EBD5D}" presName="center2" presStyleLbl="fgShp" presStyleIdx="1" presStyleCnt="2"/>
      <dgm:spPr/>
    </dgm:pt>
  </dgm:ptLst>
  <dgm:cxnLst>
    <dgm:cxn modelId="{F21FE803-7CC8-4541-86EE-87568A9E5D1D}" srcId="{2290CAA9-E6C0-5244-9C0F-D73B92D348EC}" destId="{F877DC4A-5763-5143-A2E3-226FEC777E99}" srcOrd="2" destOrd="0" parTransId="{8253245B-0E0D-624F-9F64-86EE23939072}" sibTransId="{EF87B2A7-C7F0-6D45-BD77-326A33C4CA07}"/>
    <dgm:cxn modelId="{40D4C007-8C17-BD41-A55D-70A0D7459EB3}" type="presOf" srcId="{83170F4C-B7FD-654A-BBF6-03863C4CE3F2}" destId="{F0A7B86B-527B-994E-8440-B5B840F4F9E6}" srcOrd="1" destOrd="0" presId="urn:microsoft.com/office/officeart/2005/8/layout/cycle4"/>
    <dgm:cxn modelId="{43C0BC0C-12CA-914D-BB09-96EBB23174F0}" type="presOf" srcId="{D778C3C8-E1C0-D243-8BAD-2ECEF87A94BC}" destId="{DA7D40B4-79EA-9544-90D4-87C702581361}" srcOrd="0" destOrd="0" presId="urn:microsoft.com/office/officeart/2005/8/layout/cycle4"/>
    <dgm:cxn modelId="{F2DA1A10-3C9D-134A-9F35-45F05A8E35AA}" type="presOf" srcId="{25739D58-D458-2741-A7B2-CE30A8B29304}" destId="{FFC1C5DD-D54C-5644-88FE-7A610401198E}" srcOrd="1" destOrd="3" presId="urn:microsoft.com/office/officeart/2005/8/layout/cycle4"/>
    <dgm:cxn modelId="{253ACE10-0016-384D-A035-9FB7AE6A60CF}" type="presOf" srcId="{60DED547-BDE9-AD43-97DB-C5D6FFAE6421}" destId="{DC507009-8292-E740-8A55-C4947D0D3D88}" srcOrd="0" destOrd="5" presId="urn:microsoft.com/office/officeart/2005/8/layout/cycle4"/>
    <dgm:cxn modelId="{4734F413-EAE7-FA45-A828-1C8075787206}" type="presOf" srcId="{544A94F7-02C0-0341-AE7E-FF98FFE0B029}" destId="{DC507009-8292-E740-8A55-C4947D0D3D88}" srcOrd="0" destOrd="2" presId="urn:microsoft.com/office/officeart/2005/8/layout/cycle4"/>
    <dgm:cxn modelId="{FC1D9517-1E9C-2C48-8FE3-F6FF311CD7C1}" srcId="{3A21B1D4-0CCB-EF4E-9B95-01674B3F6F1B}" destId="{60DED547-BDE9-AD43-97DB-C5D6FFAE6421}" srcOrd="4" destOrd="0" parTransId="{9FC67189-6616-2544-873D-8D8A4A42F34D}" sibTransId="{579C56B2-A601-A041-9DAE-5334D04FC535}"/>
    <dgm:cxn modelId="{4A2D6319-F0EF-5E49-9E4E-441E855A8DCC}" type="presOf" srcId="{ABE62193-1AAA-804C-B05C-D606802D54C2}" destId="{80AEAD8C-B088-1848-8DA4-C3993B08C9B7}" srcOrd="1" destOrd="0" presId="urn:microsoft.com/office/officeart/2005/8/layout/cycle4"/>
    <dgm:cxn modelId="{7D872025-F777-E849-BDF8-0A82EA3FCFDA}" type="presOf" srcId="{8423ABDC-99AD-3541-973E-787B467F2F2E}" destId="{FFC1C5DD-D54C-5644-88FE-7A610401198E}" srcOrd="1" destOrd="1" presId="urn:microsoft.com/office/officeart/2005/8/layout/cycle4"/>
    <dgm:cxn modelId="{E8768126-2728-234F-9439-44942781D1D1}" type="presOf" srcId="{F877DC4A-5763-5143-A2E3-226FEC777E99}" destId="{F0A7B86B-527B-994E-8440-B5B840F4F9E6}" srcOrd="1" destOrd="2" presId="urn:microsoft.com/office/officeart/2005/8/layout/cycle4"/>
    <dgm:cxn modelId="{C12F272C-16A8-3540-AA14-03395B43B9EE}" type="presOf" srcId="{DF82EA70-C216-D84D-BBDB-BB52B2A76E57}" destId="{65851DCB-560D-FF43-8D34-08402A8CE728}" srcOrd="1" destOrd="3" presId="urn:microsoft.com/office/officeart/2005/8/layout/cycle4"/>
    <dgm:cxn modelId="{3B90802F-7DD1-1F44-ADF6-26FF70736D7F}" type="presOf" srcId="{25739D58-D458-2741-A7B2-CE30A8B29304}" destId="{DC507009-8292-E740-8A55-C4947D0D3D88}" srcOrd="0" destOrd="3" presId="urn:microsoft.com/office/officeart/2005/8/layout/cycle4"/>
    <dgm:cxn modelId="{82166A3A-F6FE-404B-84BD-2A7DF59826BA}" type="presOf" srcId="{544A94F7-02C0-0341-AE7E-FF98FFE0B029}" destId="{FFC1C5DD-D54C-5644-88FE-7A610401198E}" srcOrd="1" destOrd="2" presId="urn:microsoft.com/office/officeart/2005/8/layout/cycle4"/>
    <dgm:cxn modelId="{4EB0893F-4A7E-F142-A669-61D3AF5A7ECC}" srcId="{3F1FFE61-13A9-254B-92DC-FB6D556440A1}" destId="{D778C3C8-E1C0-D243-8BAD-2ECEF87A94BC}" srcOrd="0" destOrd="0" parTransId="{CEFA5407-4396-FA4D-8D81-F3DDDACD12B1}" sibTransId="{4B0CB1B3-7AB1-2F41-96D7-D5208F78FE8A}"/>
    <dgm:cxn modelId="{B2017E41-4756-FB4C-8A95-1C75E67B2D5C}" srcId="{3F1FFE61-13A9-254B-92DC-FB6D556440A1}" destId="{6A040DA7-12F4-E242-A5AB-8C97DB950E77}" srcOrd="2" destOrd="0" parTransId="{8BED67C0-9B40-BC46-9066-894EB7B24035}" sibTransId="{4AE9A391-DFEF-CB4C-AD97-16E279C88079}"/>
    <dgm:cxn modelId="{BEC81E43-EF81-D44B-AD45-820949B38BC3}" srcId="{63DA3CB9-E2DC-4946-AF74-D7465E3EBD5D}" destId="{A727A72C-BCEC-D048-B302-C3087EAE5835}" srcOrd="3" destOrd="0" parTransId="{1BF378DD-7B27-0D41-B8A4-3CD49AE2FB82}" sibTransId="{6439AD92-FCDF-0145-BEB7-09987FAC468E}"/>
    <dgm:cxn modelId="{B8ED6567-25D2-984A-A972-A7EF0CF5BCF0}" type="presOf" srcId="{EBDE4239-BF4B-6946-9581-FDBC1B5DDD83}" destId="{FFC1C5DD-D54C-5644-88FE-7A610401198E}" srcOrd="1" destOrd="4" presId="urn:microsoft.com/office/officeart/2005/8/layout/cycle4"/>
    <dgm:cxn modelId="{088B1148-6DD0-CC4F-A57A-F6A68D689BFF}" type="presOf" srcId="{DF82EA70-C216-D84D-BBDB-BB52B2A76E57}" destId="{DA7D40B4-79EA-9544-90D4-87C702581361}" srcOrd="0" destOrd="3" presId="urn:microsoft.com/office/officeart/2005/8/layout/cycle4"/>
    <dgm:cxn modelId="{D912DA68-F5C7-F74C-A405-A3B0ADDB4BB3}" srcId="{3F1FFE61-13A9-254B-92DC-FB6D556440A1}" destId="{C1C34B2E-43F3-9445-AA7A-72A89449EB84}" srcOrd="4" destOrd="0" parTransId="{BBC481D5-2E61-1340-A272-6F77EE625C3A}" sibTransId="{0527ECB6-BE01-DD44-9B72-69723EC7A9E2}"/>
    <dgm:cxn modelId="{EEC6146B-A813-0E42-800E-37309A98CDB7}" type="presOf" srcId="{2290CAA9-E6C0-5244-9C0F-D73B92D348EC}" destId="{B0BF7A6B-7C78-9E47-B36D-0C880C8EBF65}" srcOrd="0" destOrd="0" presId="urn:microsoft.com/office/officeart/2005/8/layout/cycle4"/>
    <dgm:cxn modelId="{594B2E4D-CF49-3047-BB25-6A2093F9CEDD}" type="presOf" srcId="{9A834836-EAC6-E840-9DB5-8D88B9D53822}" destId="{3FA10D0E-B88B-F246-A999-7D0EB0F6CF9F}" srcOrd="0" destOrd="0" presId="urn:microsoft.com/office/officeart/2005/8/layout/cycle4"/>
    <dgm:cxn modelId="{3A6CFC4E-9C3D-0E43-A426-F67B599C8599}" type="presOf" srcId="{C1C34B2E-43F3-9445-AA7A-72A89449EB84}" destId="{DA7D40B4-79EA-9544-90D4-87C702581361}" srcOrd="0" destOrd="4" presId="urn:microsoft.com/office/officeart/2005/8/layout/cycle4"/>
    <dgm:cxn modelId="{F224B04F-D18A-274A-AAF1-CA44ADE862E7}" srcId="{63DA3CB9-E2DC-4946-AF74-D7465E3EBD5D}" destId="{2290CAA9-E6C0-5244-9C0F-D73B92D348EC}" srcOrd="0" destOrd="0" parTransId="{A09900E8-4959-6F44-936B-05407E5457EE}" sibTransId="{A66FAFDC-4D87-3145-B60C-A1116CAB1D6F}"/>
    <dgm:cxn modelId="{40D74450-3AC2-2F42-9387-C5CCB1CB13F7}" type="presOf" srcId="{76E57767-5792-394D-91C0-A45C6165095B}" destId="{80AEAD8C-B088-1848-8DA4-C3993B08C9B7}" srcOrd="1" destOrd="3" presId="urn:microsoft.com/office/officeart/2005/8/layout/cycle4"/>
    <dgm:cxn modelId="{E3927D50-553C-FC4F-BDAB-D42FE9CDBEEF}" srcId="{3F1FFE61-13A9-254B-92DC-FB6D556440A1}" destId="{DF82EA70-C216-D84D-BBDB-BB52B2A76E57}" srcOrd="3" destOrd="0" parTransId="{83B14963-DE7D-354A-91A0-B0982E94F7C2}" sibTransId="{ED587CC8-977B-9446-A016-A187AB951D3B}"/>
    <dgm:cxn modelId="{B565EC71-40AC-5445-A67D-DDE6B027BAB5}" type="presOf" srcId="{83170F4C-B7FD-654A-BBF6-03863C4CE3F2}" destId="{A0BF475E-86DB-4B47-AEA9-6F4B375258C7}" srcOrd="0" destOrd="0" presId="urn:microsoft.com/office/officeart/2005/8/layout/cycle4"/>
    <dgm:cxn modelId="{45F9E873-828F-614B-B75D-98A4782C445D}" type="presOf" srcId="{60DED547-BDE9-AD43-97DB-C5D6FFAE6421}" destId="{FFC1C5DD-D54C-5644-88FE-7A610401198E}" srcOrd="1" destOrd="5" presId="urn:microsoft.com/office/officeart/2005/8/layout/cycle4"/>
    <dgm:cxn modelId="{FC71A359-154D-624F-B6B7-CF43D36AA2C1}" type="presOf" srcId="{42EFC356-DD9A-1B42-8E11-F172C9F77162}" destId="{80AEAD8C-B088-1848-8DA4-C3993B08C9B7}" srcOrd="1" destOrd="2" presId="urn:microsoft.com/office/officeart/2005/8/layout/cycle4"/>
    <dgm:cxn modelId="{EC48CE7D-2361-1948-AC53-EB500A112B28}" type="presOf" srcId="{76E57767-5792-394D-91C0-A45C6165095B}" destId="{B56D163F-3654-2A46-B3D7-5A230235FF72}" srcOrd="0" destOrd="3" presId="urn:microsoft.com/office/officeart/2005/8/layout/cycle4"/>
    <dgm:cxn modelId="{B817E07E-4F91-534E-88DB-1A1C504C829C}" srcId="{3A21B1D4-0CCB-EF4E-9B95-01674B3F6F1B}" destId="{25739D58-D458-2741-A7B2-CE30A8B29304}" srcOrd="2" destOrd="0" parTransId="{F3D1F841-FB1C-9E42-9FB3-76D723A62068}" sibTransId="{9D0F8DD1-6C2A-0748-A248-8586CD876E4B}"/>
    <dgm:cxn modelId="{30B9E681-5411-C344-85A6-523E2C5B2CBB}" srcId="{3A21B1D4-0CCB-EF4E-9B95-01674B3F6F1B}" destId="{EBDE4239-BF4B-6946-9581-FDBC1B5DDD83}" srcOrd="3" destOrd="0" parTransId="{FD18959E-FACD-0341-9CAF-E44B141FC46C}" sibTransId="{11456B93-2D6C-C84E-8D62-F24210AE3A6E}"/>
    <dgm:cxn modelId="{98557184-D7A3-2941-B987-CA2CFDDEA062}" type="presOf" srcId="{E31CC99C-53A7-7747-90DA-A491BCBD4F45}" destId="{65851DCB-560D-FF43-8D34-08402A8CE728}" srcOrd="1" destOrd="1" presId="urn:microsoft.com/office/officeart/2005/8/layout/cycle4"/>
    <dgm:cxn modelId="{46FBBC87-52A3-8B4C-B71B-7E1F9CBB2EF5}" type="presOf" srcId="{AF5228E4-A32F-6C46-B4D4-93B2A570BA83}" destId="{80AEAD8C-B088-1848-8DA4-C3993B08C9B7}" srcOrd="1" destOrd="1" presId="urn:microsoft.com/office/officeart/2005/8/layout/cycle4"/>
    <dgm:cxn modelId="{6A161B8C-07EF-4C45-B248-281133F58FED}" srcId="{9A834836-EAC6-E840-9DB5-8D88B9D53822}" destId="{ABE62193-1AAA-804C-B05C-D606802D54C2}" srcOrd="0" destOrd="0" parTransId="{A531A244-CC25-154D-92FB-B41EC31B787A}" sibTransId="{E2580632-5616-6948-81D1-0F0D2FF45285}"/>
    <dgm:cxn modelId="{BCF94B8E-1D32-744A-9454-3A1759E0E024}" type="presOf" srcId="{63DA3CB9-E2DC-4946-AF74-D7465E3EBD5D}" destId="{40C52FF8-2C48-4043-B7B9-264F9D2133D2}" srcOrd="0" destOrd="0" presId="urn:microsoft.com/office/officeart/2005/8/layout/cycle4"/>
    <dgm:cxn modelId="{1C74EE91-6808-084B-AE49-A520477B7C9E}" type="presOf" srcId="{F877DC4A-5763-5143-A2E3-226FEC777E99}" destId="{A0BF475E-86DB-4B47-AEA9-6F4B375258C7}" srcOrd="0" destOrd="2" presId="urn:microsoft.com/office/officeart/2005/8/layout/cycle4"/>
    <dgm:cxn modelId="{D53FD292-9B3E-834F-9859-B14C1442C34F}" srcId="{9A834836-EAC6-E840-9DB5-8D88B9D53822}" destId="{76E57767-5792-394D-91C0-A45C6165095B}" srcOrd="3" destOrd="0" parTransId="{32A9B71F-61C2-BC4F-A72C-DA79FCD99437}" sibTransId="{595F3C27-2C29-1947-9063-1C70C6939542}"/>
    <dgm:cxn modelId="{99413994-153A-F747-8080-CEB474457E04}" type="presOf" srcId="{2329DA13-42ED-D34E-9A19-675FC8DDC6DC}" destId="{80AEAD8C-B088-1848-8DA4-C3993B08C9B7}" srcOrd="1" destOrd="4" presId="urn:microsoft.com/office/officeart/2005/8/layout/cycle4"/>
    <dgm:cxn modelId="{4C7E4599-BA09-0B4A-81AD-1E9422B0A4BF}" srcId="{A727A72C-BCEC-D048-B302-C3087EAE5835}" destId="{3A21B1D4-0CCB-EF4E-9B95-01674B3F6F1B}" srcOrd="0" destOrd="0" parTransId="{CDBF27FB-A6F3-C848-BCCB-03CFDAFAC6E3}" sibTransId="{ADFE9BB4-B90E-9647-A7C7-B29E020A0BA9}"/>
    <dgm:cxn modelId="{EB2CBEA1-0B0C-9C4D-B64F-9AE06EF48AAE}" srcId="{9A834836-EAC6-E840-9DB5-8D88B9D53822}" destId="{AF5228E4-A32F-6C46-B4D4-93B2A570BA83}" srcOrd="1" destOrd="0" parTransId="{31B87D35-C62D-A141-94B4-E192C86D575B}" sibTransId="{E9CC8E54-6CE6-3443-9C07-EAFCABF7E1D8}"/>
    <dgm:cxn modelId="{C3A245A4-BC9F-A248-81E9-012FB3A2E2C5}" type="presOf" srcId="{ABE62193-1AAA-804C-B05C-D606802D54C2}" destId="{B56D163F-3654-2A46-B3D7-5A230235FF72}" srcOrd="0" destOrd="0" presId="urn:microsoft.com/office/officeart/2005/8/layout/cycle4"/>
    <dgm:cxn modelId="{2046AFA5-F690-454E-92B8-16E9AC469AEE}" type="presOf" srcId="{8423ABDC-99AD-3541-973E-787B467F2F2E}" destId="{DC507009-8292-E740-8A55-C4947D0D3D88}" srcOrd="0" destOrd="1" presId="urn:microsoft.com/office/officeart/2005/8/layout/cycle4"/>
    <dgm:cxn modelId="{543046A6-5B74-8A41-A5A3-D6DF50BD4C0B}" type="presOf" srcId="{E31CC99C-53A7-7747-90DA-A491BCBD4F45}" destId="{DA7D40B4-79EA-9544-90D4-87C702581361}" srcOrd="0" destOrd="1" presId="urn:microsoft.com/office/officeart/2005/8/layout/cycle4"/>
    <dgm:cxn modelId="{3733E7AA-1797-8C40-8BE2-ED123078E604}" srcId="{3F1FFE61-13A9-254B-92DC-FB6D556440A1}" destId="{E31CC99C-53A7-7747-90DA-A491BCBD4F45}" srcOrd="1" destOrd="0" parTransId="{A36B9BEE-CBB1-4042-B1C3-DF449C5B4867}" sibTransId="{AEEF8DDE-D889-5548-B5E7-84DA2A4C93B5}"/>
    <dgm:cxn modelId="{A6AFAFAC-A749-CB48-A13E-C252CA6B15D1}" srcId="{9A834836-EAC6-E840-9DB5-8D88B9D53822}" destId="{2329DA13-42ED-D34E-9A19-675FC8DDC6DC}" srcOrd="4" destOrd="0" parTransId="{77CB3C60-C2FB-5340-98EB-854910E1FCE9}" sibTransId="{97945D1C-2A4C-2142-B43E-F3848F1E3FAB}"/>
    <dgm:cxn modelId="{7A0B35B1-D7AA-9D46-B361-7CA000000835}" srcId="{2290CAA9-E6C0-5244-9C0F-D73B92D348EC}" destId="{83170F4C-B7FD-654A-BBF6-03863C4CE3F2}" srcOrd="0" destOrd="0" parTransId="{EAE177D0-CD23-7942-ABC1-98E75FA7FA0B}" sibTransId="{3F0FA02D-B040-5B42-8DB2-2B0402296663}"/>
    <dgm:cxn modelId="{50BBEEB1-B313-644D-B1AC-184113FE0076}" type="presOf" srcId="{3A21B1D4-0CCB-EF4E-9B95-01674B3F6F1B}" destId="{FFC1C5DD-D54C-5644-88FE-7A610401198E}" srcOrd="1" destOrd="0" presId="urn:microsoft.com/office/officeart/2005/8/layout/cycle4"/>
    <dgm:cxn modelId="{47ADCCB6-21A9-924C-8180-73EB73979C21}" type="presOf" srcId="{AF5228E4-A32F-6C46-B4D4-93B2A570BA83}" destId="{B56D163F-3654-2A46-B3D7-5A230235FF72}" srcOrd="0" destOrd="1" presId="urn:microsoft.com/office/officeart/2005/8/layout/cycle4"/>
    <dgm:cxn modelId="{044309B8-5321-5442-94DC-8C7C02DC925B}" type="presOf" srcId="{42EFC356-DD9A-1B42-8E11-F172C9F77162}" destId="{B56D163F-3654-2A46-B3D7-5A230235FF72}" srcOrd="0" destOrd="2" presId="urn:microsoft.com/office/officeart/2005/8/layout/cycle4"/>
    <dgm:cxn modelId="{44ADC6B8-FC03-1042-AC69-AF690688F67E}" type="presOf" srcId="{6A040DA7-12F4-E242-A5AB-8C97DB950E77}" destId="{DA7D40B4-79EA-9544-90D4-87C702581361}" srcOrd="0" destOrd="2" presId="urn:microsoft.com/office/officeart/2005/8/layout/cycle4"/>
    <dgm:cxn modelId="{FE32DFB9-F3E5-9A4C-919C-62D82808D797}" type="presOf" srcId="{DB3D41C3-820A-9245-905C-241BB11A15CE}" destId="{F0A7B86B-527B-994E-8440-B5B840F4F9E6}" srcOrd="1" destOrd="1" presId="urn:microsoft.com/office/officeart/2005/8/layout/cycle4"/>
    <dgm:cxn modelId="{AD45D3BB-A63A-514B-A5E1-1F5EB85D0E28}" type="presOf" srcId="{D778C3C8-E1C0-D243-8BAD-2ECEF87A94BC}" destId="{65851DCB-560D-FF43-8D34-08402A8CE728}" srcOrd="1" destOrd="0" presId="urn:microsoft.com/office/officeart/2005/8/layout/cycle4"/>
    <dgm:cxn modelId="{2C784BBC-BBA6-9942-99E6-C02B1749A0ED}" srcId="{3A21B1D4-0CCB-EF4E-9B95-01674B3F6F1B}" destId="{544A94F7-02C0-0341-AE7E-FF98FFE0B029}" srcOrd="1" destOrd="0" parTransId="{BE6F5250-7426-5246-8CD9-00DDC9374218}" sibTransId="{1EF40AE7-0801-1441-AE59-AAEB99861F0D}"/>
    <dgm:cxn modelId="{0112AABD-8595-9049-A5E0-889905044FCB}" type="presOf" srcId="{A727A72C-BCEC-D048-B302-C3087EAE5835}" destId="{71A1CB50-171C-ED46-86B6-BD81909B5D40}" srcOrd="0" destOrd="0" presId="urn:microsoft.com/office/officeart/2005/8/layout/cycle4"/>
    <dgm:cxn modelId="{5DA285C3-A873-A24B-BD71-A4F06DE236C5}" type="presOf" srcId="{EBDE4239-BF4B-6946-9581-FDBC1B5DDD83}" destId="{DC507009-8292-E740-8A55-C4947D0D3D88}" srcOrd="0" destOrd="4" presId="urn:microsoft.com/office/officeart/2005/8/layout/cycle4"/>
    <dgm:cxn modelId="{EB2FB5C8-00D5-5F47-94F8-A7A20703025B}" type="presOf" srcId="{DB3D41C3-820A-9245-905C-241BB11A15CE}" destId="{A0BF475E-86DB-4B47-AEA9-6F4B375258C7}" srcOrd="0" destOrd="1" presId="urn:microsoft.com/office/officeart/2005/8/layout/cycle4"/>
    <dgm:cxn modelId="{0722B7CE-7566-FA45-B03E-4403D7E7DDBF}" srcId="{63DA3CB9-E2DC-4946-AF74-D7465E3EBD5D}" destId="{9A834836-EAC6-E840-9DB5-8D88B9D53822}" srcOrd="1" destOrd="0" parTransId="{23506BFE-2E07-9543-A40D-23FD15D5E706}" sibTransId="{1D5F7DF6-09B2-034C-AD69-327FFAEA06CE}"/>
    <dgm:cxn modelId="{FE32B0D1-35AC-B541-8698-42E3B29A6DA2}" srcId="{9A834836-EAC6-E840-9DB5-8D88B9D53822}" destId="{42EFC356-DD9A-1B42-8E11-F172C9F77162}" srcOrd="2" destOrd="0" parTransId="{6839B68D-B7E7-8545-9359-FE2894BC8D8B}" sibTransId="{8C750E80-F756-1D49-833B-4975DB87AD5A}"/>
    <dgm:cxn modelId="{A18F77D4-116D-3E40-B826-0A385B5805C3}" type="presOf" srcId="{3A21B1D4-0CCB-EF4E-9B95-01674B3F6F1B}" destId="{DC507009-8292-E740-8A55-C4947D0D3D88}" srcOrd="0" destOrd="0" presId="urn:microsoft.com/office/officeart/2005/8/layout/cycle4"/>
    <dgm:cxn modelId="{39B883D5-7C2C-5B4D-9005-4DD9A77FB1A3}" srcId="{2290CAA9-E6C0-5244-9C0F-D73B92D348EC}" destId="{DB3D41C3-820A-9245-905C-241BB11A15CE}" srcOrd="1" destOrd="0" parTransId="{CB5A8BE6-9643-2947-96B1-65CFCB613BF9}" sibTransId="{AFC63F43-AE65-CB4A-97CA-0D42A3B48541}"/>
    <dgm:cxn modelId="{B8FB53D7-3181-7D47-A4B0-B1E39F72B377}" type="presOf" srcId="{3F1FFE61-13A9-254B-92DC-FB6D556440A1}" destId="{BF07A17A-1902-B749-BD43-5D4D040EAFB8}" srcOrd="0" destOrd="0" presId="urn:microsoft.com/office/officeart/2005/8/layout/cycle4"/>
    <dgm:cxn modelId="{6190D5DF-EE4C-EB4D-ACF1-646985436305}" type="presOf" srcId="{6A040DA7-12F4-E242-A5AB-8C97DB950E77}" destId="{65851DCB-560D-FF43-8D34-08402A8CE728}" srcOrd="1" destOrd="2" presId="urn:microsoft.com/office/officeart/2005/8/layout/cycle4"/>
    <dgm:cxn modelId="{A32C92E5-E260-CA49-92FE-D4FC6953F884}" type="presOf" srcId="{C1C34B2E-43F3-9445-AA7A-72A89449EB84}" destId="{65851DCB-560D-FF43-8D34-08402A8CE728}" srcOrd="1" destOrd="4" presId="urn:microsoft.com/office/officeart/2005/8/layout/cycle4"/>
    <dgm:cxn modelId="{AC207CEC-0674-2D46-94CC-47670567F086}" srcId="{63DA3CB9-E2DC-4946-AF74-D7465E3EBD5D}" destId="{3F1FFE61-13A9-254B-92DC-FB6D556440A1}" srcOrd="2" destOrd="0" parTransId="{397B6D07-239D-1F4F-B20E-1F46BBFE0DEE}" sibTransId="{99251B69-D8FE-1245-BE1C-898ECAF9A4AF}"/>
    <dgm:cxn modelId="{958082FA-F273-F74A-8B96-E2AC99014312}" type="presOf" srcId="{2329DA13-42ED-D34E-9A19-675FC8DDC6DC}" destId="{B56D163F-3654-2A46-B3D7-5A230235FF72}" srcOrd="0" destOrd="4" presId="urn:microsoft.com/office/officeart/2005/8/layout/cycle4"/>
    <dgm:cxn modelId="{F4A460FF-B020-FB46-959C-F2DE13829ADF}" srcId="{3A21B1D4-0CCB-EF4E-9B95-01674B3F6F1B}" destId="{8423ABDC-99AD-3541-973E-787B467F2F2E}" srcOrd="0" destOrd="0" parTransId="{814B3119-3892-D246-B277-2A73E15A118F}" sibTransId="{0D6B85DB-D8F0-574F-810D-2DB6A751894B}"/>
    <dgm:cxn modelId="{FA261A0A-54AB-FE4D-A87E-2E6DBF48A5AA}" type="presParOf" srcId="{40C52FF8-2C48-4043-B7B9-264F9D2133D2}" destId="{81B0EC4E-B376-0E48-AD91-B75E3D5983DD}" srcOrd="0" destOrd="0" presId="urn:microsoft.com/office/officeart/2005/8/layout/cycle4"/>
    <dgm:cxn modelId="{68CCEFDC-13A1-B545-A3B3-8879C0146A8F}" type="presParOf" srcId="{81B0EC4E-B376-0E48-AD91-B75E3D5983DD}" destId="{345918C4-3FF6-5E48-ABD4-A7ABBD33DCCE}" srcOrd="0" destOrd="0" presId="urn:microsoft.com/office/officeart/2005/8/layout/cycle4"/>
    <dgm:cxn modelId="{F3D1704D-9D58-E14A-8378-3B5804E87BC8}" type="presParOf" srcId="{345918C4-3FF6-5E48-ABD4-A7ABBD33DCCE}" destId="{A0BF475E-86DB-4B47-AEA9-6F4B375258C7}" srcOrd="0" destOrd="0" presId="urn:microsoft.com/office/officeart/2005/8/layout/cycle4"/>
    <dgm:cxn modelId="{D6315C88-FB01-D543-B40A-F8B47EB65E9E}" type="presParOf" srcId="{345918C4-3FF6-5E48-ABD4-A7ABBD33DCCE}" destId="{F0A7B86B-527B-994E-8440-B5B840F4F9E6}" srcOrd="1" destOrd="0" presId="urn:microsoft.com/office/officeart/2005/8/layout/cycle4"/>
    <dgm:cxn modelId="{4DEA2E0E-BCB0-3445-87A1-57025D5E561D}" type="presParOf" srcId="{81B0EC4E-B376-0E48-AD91-B75E3D5983DD}" destId="{7D348057-3AA5-2C47-8430-E658E58EBBF4}" srcOrd="1" destOrd="0" presId="urn:microsoft.com/office/officeart/2005/8/layout/cycle4"/>
    <dgm:cxn modelId="{68FB89B3-9BF5-8C47-B07B-5D4373C79535}" type="presParOf" srcId="{7D348057-3AA5-2C47-8430-E658E58EBBF4}" destId="{B56D163F-3654-2A46-B3D7-5A230235FF72}" srcOrd="0" destOrd="0" presId="urn:microsoft.com/office/officeart/2005/8/layout/cycle4"/>
    <dgm:cxn modelId="{D31B4A75-4935-E048-B9A2-54AB7ED9E98E}" type="presParOf" srcId="{7D348057-3AA5-2C47-8430-E658E58EBBF4}" destId="{80AEAD8C-B088-1848-8DA4-C3993B08C9B7}" srcOrd="1" destOrd="0" presId="urn:microsoft.com/office/officeart/2005/8/layout/cycle4"/>
    <dgm:cxn modelId="{13E59ADC-B26D-9244-B0DC-896B43B584F3}" type="presParOf" srcId="{81B0EC4E-B376-0E48-AD91-B75E3D5983DD}" destId="{2A0D1CE0-E2A8-AC4D-B2F7-90EFFFB0F278}" srcOrd="2" destOrd="0" presId="urn:microsoft.com/office/officeart/2005/8/layout/cycle4"/>
    <dgm:cxn modelId="{3733461A-2854-D649-A375-AAD1EF302A4B}" type="presParOf" srcId="{2A0D1CE0-E2A8-AC4D-B2F7-90EFFFB0F278}" destId="{DA7D40B4-79EA-9544-90D4-87C702581361}" srcOrd="0" destOrd="0" presId="urn:microsoft.com/office/officeart/2005/8/layout/cycle4"/>
    <dgm:cxn modelId="{20EF04D1-46D5-1E48-BB5B-D2CB84D54A70}" type="presParOf" srcId="{2A0D1CE0-E2A8-AC4D-B2F7-90EFFFB0F278}" destId="{65851DCB-560D-FF43-8D34-08402A8CE728}" srcOrd="1" destOrd="0" presId="urn:microsoft.com/office/officeart/2005/8/layout/cycle4"/>
    <dgm:cxn modelId="{4E5834C6-EB9F-2746-93C0-C0B9A348A879}" type="presParOf" srcId="{81B0EC4E-B376-0E48-AD91-B75E3D5983DD}" destId="{9C700021-F3EF-9541-BB2F-8455550E8B37}" srcOrd="3" destOrd="0" presId="urn:microsoft.com/office/officeart/2005/8/layout/cycle4"/>
    <dgm:cxn modelId="{C4AB017C-899D-BB4D-AAD6-B3054E71977C}" type="presParOf" srcId="{9C700021-F3EF-9541-BB2F-8455550E8B37}" destId="{DC507009-8292-E740-8A55-C4947D0D3D88}" srcOrd="0" destOrd="0" presId="urn:microsoft.com/office/officeart/2005/8/layout/cycle4"/>
    <dgm:cxn modelId="{6EF1D476-A91E-5A43-A373-7962CC1C8158}" type="presParOf" srcId="{9C700021-F3EF-9541-BB2F-8455550E8B37}" destId="{FFC1C5DD-D54C-5644-88FE-7A610401198E}" srcOrd="1" destOrd="0" presId="urn:microsoft.com/office/officeart/2005/8/layout/cycle4"/>
    <dgm:cxn modelId="{34289980-B62F-5E41-B54E-1A31F17C44A1}" type="presParOf" srcId="{81B0EC4E-B376-0E48-AD91-B75E3D5983DD}" destId="{9255C12C-183D-744D-A048-FB19C5408E8E}" srcOrd="4" destOrd="0" presId="urn:microsoft.com/office/officeart/2005/8/layout/cycle4"/>
    <dgm:cxn modelId="{C9C759B1-A1AF-F64F-BE10-9567449EA1B2}" type="presParOf" srcId="{40C52FF8-2C48-4043-B7B9-264F9D2133D2}" destId="{DF15F850-9800-1943-BACC-DCFA16515E00}" srcOrd="1" destOrd="0" presId="urn:microsoft.com/office/officeart/2005/8/layout/cycle4"/>
    <dgm:cxn modelId="{C89669F2-798D-574C-B1BC-696B10B3BB3A}" type="presParOf" srcId="{DF15F850-9800-1943-BACC-DCFA16515E00}" destId="{B0BF7A6B-7C78-9E47-B36D-0C880C8EBF65}" srcOrd="0" destOrd="0" presId="urn:microsoft.com/office/officeart/2005/8/layout/cycle4"/>
    <dgm:cxn modelId="{05DF3A11-EE2A-A845-872E-D00C64E968A8}" type="presParOf" srcId="{DF15F850-9800-1943-BACC-DCFA16515E00}" destId="{3FA10D0E-B88B-F246-A999-7D0EB0F6CF9F}" srcOrd="1" destOrd="0" presId="urn:microsoft.com/office/officeart/2005/8/layout/cycle4"/>
    <dgm:cxn modelId="{3CC3FFD5-7880-0143-A73B-227FFD54664E}" type="presParOf" srcId="{DF15F850-9800-1943-BACC-DCFA16515E00}" destId="{BF07A17A-1902-B749-BD43-5D4D040EAFB8}" srcOrd="2" destOrd="0" presId="urn:microsoft.com/office/officeart/2005/8/layout/cycle4"/>
    <dgm:cxn modelId="{484035B1-3F24-6A46-A1B6-F38C3A969153}" type="presParOf" srcId="{DF15F850-9800-1943-BACC-DCFA16515E00}" destId="{71A1CB50-171C-ED46-86B6-BD81909B5D40}" srcOrd="3" destOrd="0" presId="urn:microsoft.com/office/officeart/2005/8/layout/cycle4"/>
    <dgm:cxn modelId="{5DB90079-3F3C-8D42-ABEB-C12C4C77D503}" type="presParOf" srcId="{DF15F850-9800-1943-BACC-DCFA16515E00}" destId="{9B0719A4-7FC6-B343-A6E5-7E2D091F8ADF}" srcOrd="4" destOrd="0" presId="urn:microsoft.com/office/officeart/2005/8/layout/cycle4"/>
    <dgm:cxn modelId="{57C46E08-BC96-8B46-8EB5-71AFC81CB851}" type="presParOf" srcId="{40C52FF8-2C48-4043-B7B9-264F9D2133D2}" destId="{85CD926A-DDE6-AF42-9E5D-5FB9AAD5EC8D}" srcOrd="2" destOrd="0" presId="urn:microsoft.com/office/officeart/2005/8/layout/cycle4"/>
    <dgm:cxn modelId="{01C94CE1-7771-F545-ACD2-DB1076AC34D9}" type="presParOf" srcId="{40C52FF8-2C48-4043-B7B9-264F9D2133D2}" destId="{97425919-B6F5-1B40-809D-CCB975944783}" srcOrd="3" destOrd="0" presId="urn:microsoft.com/office/officeart/2005/8/layout/cycle4"/>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7D40B4-79EA-9544-90D4-87C702581361}">
      <dsp:nvSpPr>
        <dsp:cNvPr id="0" name=""/>
        <dsp:cNvSpPr/>
      </dsp:nvSpPr>
      <dsp:spPr>
        <a:xfrm>
          <a:off x="5400667" y="2111862"/>
          <a:ext cx="3307753" cy="210748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a:t>Emotional Support</a:t>
          </a:r>
        </a:p>
        <a:p>
          <a:pPr marL="171450" lvl="1" indent="-171450" algn="l" defTabSz="800100">
            <a:lnSpc>
              <a:spcPct val="90000"/>
            </a:lnSpc>
            <a:spcBef>
              <a:spcPct val="0"/>
            </a:spcBef>
            <a:spcAft>
              <a:spcPct val="15000"/>
            </a:spcAft>
            <a:buChar char="•"/>
          </a:pPr>
          <a:r>
            <a:rPr lang="en-US" sz="1800" kern="1200"/>
            <a:t>Socialization</a:t>
          </a:r>
        </a:p>
        <a:p>
          <a:pPr marL="171450" lvl="1" indent="-171450" algn="l" defTabSz="800100">
            <a:lnSpc>
              <a:spcPct val="90000"/>
            </a:lnSpc>
            <a:spcBef>
              <a:spcPct val="0"/>
            </a:spcBef>
            <a:spcAft>
              <a:spcPct val="15000"/>
            </a:spcAft>
            <a:buChar char="•"/>
          </a:pPr>
          <a:r>
            <a:rPr lang="en-US" sz="1800" kern="1200"/>
            <a:t>Communication</a:t>
          </a:r>
        </a:p>
        <a:p>
          <a:pPr marL="171450" lvl="1" indent="-171450" algn="l" defTabSz="800100">
            <a:lnSpc>
              <a:spcPct val="90000"/>
            </a:lnSpc>
            <a:spcBef>
              <a:spcPct val="0"/>
            </a:spcBef>
            <a:spcAft>
              <a:spcPct val="15000"/>
            </a:spcAft>
            <a:buChar char="•"/>
          </a:pPr>
          <a:r>
            <a:rPr lang="en-US" sz="1800" kern="1200"/>
            <a:t>Engagement</a:t>
          </a:r>
        </a:p>
        <a:p>
          <a:pPr marL="228600" lvl="1" indent="-228600" algn="l" defTabSz="889000">
            <a:lnSpc>
              <a:spcPct val="90000"/>
            </a:lnSpc>
            <a:spcBef>
              <a:spcPct val="0"/>
            </a:spcBef>
            <a:spcAft>
              <a:spcPct val="15000"/>
            </a:spcAft>
            <a:buChar char="•"/>
          </a:pPr>
          <a:r>
            <a:rPr lang="en-US" sz="2000" kern="1200"/>
            <a:t>Spiritual</a:t>
          </a:r>
        </a:p>
      </dsp:txBody>
      <dsp:txXfrm>
        <a:off x="6439288" y="2685028"/>
        <a:ext cx="2222837" cy="1488023"/>
      </dsp:txXfrm>
    </dsp:sp>
    <dsp:sp modelId="{DC507009-8292-E740-8A55-C4947D0D3D88}">
      <dsp:nvSpPr>
        <dsp:cNvPr id="0" name=""/>
        <dsp:cNvSpPr/>
      </dsp:nvSpPr>
      <dsp:spPr>
        <a:xfrm>
          <a:off x="77163" y="1478614"/>
          <a:ext cx="3234306" cy="256410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a:t>Ability to pay </a:t>
          </a:r>
        </a:p>
        <a:p>
          <a:pPr marL="342900" lvl="2" indent="-171450" algn="l" defTabSz="800100">
            <a:lnSpc>
              <a:spcPct val="90000"/>
            </a:lnSpc>
            <a:spcBef>
              <a:spcPct val="0"/>
            </a:spcBef>
            <a:spcAft>
              <a:spcPct val="15000"/>
            </a:spcAft>
            <a:buChar char="•"/>
          </a:pPr>
          <a:r>
            <a:rPr lang="en-US" sz="1800" kern="1200"/>
            <a:t>Personal Wealth</a:t>
          </a:r>
        </a:p>
        <a:p>
          <a:pPr marL="342900" lvl="2" indent="-171450" algn="l" defTabSz="800100">
            <a:lnSpc>
              <a:spcPct val="90000"/>
            </a:lnSpc>
            <a:spcBef>
              <a:spcPct val="0"/>
            </a:spcBef>
            <a:spcAft>
              <a:spcPct val="15000"/>
            </a:spcAft>
            <a:buChar char="•"/>
          </a:pPr>
          <a:r>
            <a:rPr lang="en-US" sz="1800" kern="1200"/>
            <a:t>Monthly Income</a:t>
          </a:r>
        </a:p>
        <a:p>
          <a:pPr marL="342900" lvl="2" indent="-171450" algn="l" defTabSz="800100">
            <a:lnSpc>
              <a:spcPct val="90000"/>
            </a:lnSpc>
            <a:spcBef>
              <a:spcPct val="0"/>
            </a:spcBef>
            <a:spcAft>
              <a:spcPct val="15000"/>
            </a:spcAft>
            <a:buChar char="•"/>
          </a:pPr>
          <a:r>
            <a:rPr lang="en-US" sz="1800" kern="1200"/>
            <a:t>Insurance</a:t>
          </a:r>
        </a:p>
        <a:p>
          <a:pPr marL="342900" lvl="2" indent="-171450" algn="l" defTabSz="800100">
            <a:lnSpc>
              <a:spcPct val="90000"/>
            </a:lnSpc>
            <a:spcBef>
              <a:spcPct val="0"/>
            </a:spcBef>
            <a:spcAft>
              <a:spcPct val="15000"/>
            </a:spcAft>
            <a:buChar char="•"/>
          </a:pPr>
          <a:r>
            <a:rPr lang="en-US" sz="1800" kern="1200"/>
            <a:t>Governmental Assistance</a:t>
          </a:r>
        </a:p>
        <a:p>
          <a:pPr marL="342900" lvl="2" indent="-171450" algn="l" defTabSz="711200">
            <a:lnSpc>
              <a:spcPct val="90000"/>
            </a:lnSpc>
            <a:spcBef>
              <a:spcPct val="0"/>
            </a:spcBef>
            <a:spcAft>
              <a:spcPct val="15000"/>
            </a:spcAft>
            <a:buChar char="•"/>
          </a:pPr>
          <a:endParaRPr lang="en-US" sz="1600" kern="1200"/>
        </a:p>
      </dsp:txBody>
      <dsp:txXfrm>
        <a:off x="133488" y="2175965"/>
        <a:ext cx="2151364" cy="1810429"/>
      </dsp:txXfrm>
    </dsp:sp>
    <dsp:sp modelId="{B56D163F-3654-2A46-B3D7-5A230235FF72}">
      <dsp:nvSpPr>
        <dsp:cNvPr id="0" name=""/>
        <dsp:cNvSpPr/>
      </dsp:nvSpPr>
      <dsp:spPr>
        <a:xfrm>
          <a:off x="5492689" y="64116"/>
          <a:ext cx="3165001" cy="171240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r>
            <a:rPr lang="en-US" sz="1200" kern="1200"/>
            <a:t> </a:t>
          </a:r>
          <a:r>
            <a:rPr lang="en-US" sz="1800" kern="1200"/>
            <a:t>Manage Household</a:t>
          </a:r>
        </a:p>
        <a:p>
          <a:pPr marL="171450" lvl="1" indent="-171450" algn="l" defTabSz="800100">
            <a:lnSpc>
              <a:spcPct val="90000"/>
            </a:lnSpc>
            <a:spcBef>
              <a:spcPct val="0"/>
            </a:spcBef>
            <a:spcAft>
              <a:spcPct val="15000"/>
            </a:spcAft>
            <a:buChar char="•"/>
          </a:pPr>
          <a:r>
            <a:rPr lang="en-US" sz="1800" kern="1200"/>
            <a:t>Make decisions</a:t>
          </a:r>
        </a:p>
        <a:p>
          <a:pPr marL="171450" lvl="1" indent="-171450" algn="l" defTabSz="800100">
            <a:lnSpc>
              <a:spcPct val="90000"/>
            </a:lnSpc>
            <a:spcBef>
              <a:spcPct val="0"/>
            </a:spcBef>
            <a:spcAft>
              <a:spcPct val="15000"/>
            </a:spcAft>
            <a:buChar char="•"/>
          </a:pPr>
          <a:r>
            <a:rPr lang="en-US" sz="1800" kern="1200"/>
            <a:t>Drive</a:t>
          </a:r>
        </a:p>
        <a:p>
          <a:pPr marL="171450" lvl="1" indent="-171450" algn="l" defTabSz="800100">
            <a:lnSpc>
              <a:spcPct val="90000"/>
            </a:lnSpc>
            <a:spcBef>
              <a:spcPct val="0"/>
            </a:spcBef>
            <a:spcAft>
              <a:spcPct val="15000"/>
            </a:spcAft>
            <a:buChar char="•"/>
          </a:pPr>
          <a:r>
            <a:rPr lang="en-US" sz="1800" kern="1200"/>
            <a:t>Manage Finances</a:t>
          </a:r>
        </a:p>
        <a:p>
          <a:pPr marL="114300" lvl="1" indent="-114300" algn="l" defTabSz="533400">
            <a:lnSpc>
              <a:spcPct val="90000"/>
            </a:lnSpc>
            <a:spcBef>
              <a:spcPct val="0"/>
            </a:spcBef>
            <a:spcAft>
              <a:spcPct val="15000"/>
            </a:spcAft>
            <a:buChar char="•"/>
          </a:pPr>
          <a:endParaRPr lang="en-US" sz="1200" kern="1200"/>
        </a:p>
      </dsp:txBody>
      <dsp:txXfrm>
        <a:off x="6479806" y="101732"/>
        <a:ext cx="2140268" cy="1209068"/>
      </dsp:txXfrm>
    </dsp:sp>
    <dsp:sp modelId="{A0BF475E-86DB-4B47-AEA9-6F4B375258C7}">
      <dsp:nvSpPr>
        <dsp:cNvPr id="0" name=""/>
        <dsp:cNvSpPr/>
      </dsp:nvSpPr>
      <dsp:spPr>
        <a:xfrm>
          <a:off x="8174" y="290100"/>
          <a:ext cx="3262958" cy="146686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en-US" sz="1900" kern="1200"/>
            <a:t>General Health</a:t>
          </a:r>
        </a:p>
        <a:p>
          <a:pPr marL="171450" lvl="1" indent="-171450" algn="l" defTabSz="844550">
            <a:lnSpc>
              <a:spcPct val="90000"/>
            </a:lnSpc>
            <a:spcBef>
              <a:spcPct val="0"/>
            </a:spcBef>
            <a:spcAft>
              <a:spcPct val="15000"/>
            </a:spcAft>
            <a:buChar char="•"/>
          </a:pPr>
          <a:r>
            <a:rPr lang="en-US" sz="1900" kern="1200"/>
            <a:t>Ambulatory</a:t>
          </a:r>
        </a:p>
        <a:p>
          <a:pPr marL="171450" lvl="1" indent="-171450" algn="l" defTabSz="844550">
            <a:lnSpc>
              <a:spcPct val="90000"/>
            </a:lnSpc>
            <a:spcBef>
              <a:spcPct val="0"/>
            </a:spcBef>
            <a:spcAft>
              <a:spcPct val="15000"/>
            </a:spcAft>
            <a:buChar char="•"/>
          </a:pPr>
          <a:r>
            <a:rPr lang="en-US" sz="1900" kern="1200"/>
            <a:t>Can Drive</a:t>
          </a:r>
        </a:p>
      </dsp:txBody>
      <dsp:txXfrm>
        <a:off x="40396" y="322322"/>
        <a:ext cx="2219626" cy="1035704"/>
      </dsp:txXfrm>
    </dsp:sp>
    <dsp:sp modelId="{B0BF7A6B-7C78-9E47-B36D-0C880C8EBF65}">
      <dsp:nvSpPr>
        <dsp:cNvPr id="0" name=""/>
        <dsp:cNvSpPr/>
      </dsp:nvSpPr>
      <dsp:spPr>
        <a:xfrm>
          <a:off x="2459378" y="351336"/>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Physical</a:t>
          </a:r>
        </a:p>
      </dsp:txBody>
      <dsp:txXfrm>
        <a:off x="3001834" y="893792"/>
        <a:ext cx="1309603" cy="1309603"/>
      </dsp:txXfrm>
    </dsp:sp>
    <dsp:sp modelId="{3FA10D0E-B88B-F246-A999-7D0EB0F6CF9F}">
      <dsp:nvSpPr>
        <dsp:cNvPr id="0" name=""/>
        <dsp:cNvSpPr/>
      </dsp:nvSpPr>
      <dsp:spPr>
        <a:xfrm rot="5400000">
          <a:off x="4381814" y="328778"/>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Cognitive / Mental Accuity</a:t>
          </a:r>
        </a:p>
        <a:p>
          <a:pPr marL="0" lvl="0" indent="0" algn="ctr" defTabSz="800100">
            <a:lnSpc>
              <a:spcPct val="90000"/>
            </a:lnSpc>
            <a:spcBef>
              <a:spcPct val="0"/>
            </a:spcBef>
            <a:spcAft>
              <a:spcPct val="35000"/>
            </a:spcAft>
            <a:buNone/>
          </a:pPr>
          <a:endParaRPr lang="en-US" sz="1800" kern="1200"/>
        </a:p>
      </dsp:txBody>
      <dsp:txXfrm rot="-5400000">
        <a:off x="4381814" y="871234"/>
        <a:ext cx="1309603" cy="1309603"/>
      </dsp:txXfrm>
    </dsp:sp>
    <dsp:sp modelId="{BF07A17A-1902-B749-BD43-5D4D040EAFB8}">
      <dsp:nvSpPr>
        <dsp:cNvPr id="0" name=""/>
        <dsp:cNvSpPr/>
      </dsp:nvSpPr>
      <dsp:spPr>
        <a:xfrm rot="10800000">
          <a:off x="4396983" y="2288941"/>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Family / Social Support</a:t>
          </a:r>
        </a:p>
      </dsp:txBody>
      <dsp:txXfrm rot="10800000">
        <a:off x="4396983" y="2288941"/>
        <a:ext cx="1309603" cy="1309603"/>
      </dsp:txXfrm>
    </dsp:sp>
    <dsp:sp modelId="{71A1CB50-171C-ED46-86B6-BD81909B5D40}">
      <dsp:nvSpPr>
        <dsp:cNvPr id="0" name=""/>
        <dsp:cNvSpPr/>
      </dsp:nvSpPr>
      <dsp:spPr>
        <a:xfrm rot="16200000">
          <a:off x="2459378" y="2288941"/>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Financial</a:t>
          </a:r>
        </a:p>
      </dsp:txBody>
      <dsp:txXfrm rot="5400000">
        <a:off x="3001834" y="2288941"/>
        <a:ext cx="1309603" cy="1309603"/>
      </dsp:txXfrm>
    </dsp:sp>
    <dsp:sp modelId="{85CD926A-DDE6-AF42-9E5D-5FB9AAD5EC8D}">
      <dsp:nvSpPr>
        <dsp:cNvPr id="0" name=""/>
        <dsp:cNvSpPr/>
      </dsp:nvSpPr>
      <dsp:spPr>
        <a:xfrm>
          <a:off x="4034484" y="1861214"/>
          <a:ext cx="639452" cy="556045"/>
        </a:xfrm>
        <a:prstGeom prst="circularArrow">
          <a:avLst/>
        </a:prstGeom>
        <a:gradFill rotWithShape="0">
          <a:gsLst>
            <a:gs pos="0">
              <a:schemeClr val="accent1">
                <a:tint val="60000"/>
                <a:hueOff val="0"/>
                <a:satOff val="0"/>
                <a:lumOff val="0"/>
                <a:alphaOff val="0"/>
                <a:tint val="98000"/>
                <a:satMod val="110000"/>
                <a:lumMod val="104000"/>
              </a:schemeClr>
            </a:gs>
            <a:gs pos="69000">
              <a:schemeClr val="accent1">
                <a:tint val="60000"/>
                <a:hueOff val="0"/>
                <a:satOff val="0"/>
                <a:lumOff val="0"/>
                <a:alphaOff val="0"/>
                <a:shade val="88000"/>
                <a:satMod val="130000"/>
                <a:lumMod val="92000"/>
              </a:schemeClr>
            </a:gs>
            <a:gs pos="100000">
              <a:schemeClr val="accent1">
                <a:tint val="60000"/>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dsp:style>
    </dsp:sp>
    <dsp:sp modelId="{97425919-B6F5-1B40-809D-CCB975944783}">
      <dsp:nvSpPr>
        <dsp:cNvPr id="0" name=""/>
        <dsp:cNvSpPr/>
      </dsp:nvSpPr>
      <dsp:spPr>
        <a:xfrm rot="10800000">
          <a:off x="4034484" y="2075078"/>
          <a:ext cx="639452" cy="556045"/>
        </a:xfrm>
        <a:prstGeom prst="circularArrow">
          <a:avLst/>
        </a:prstGeom>
        <a:gradFill rotWithShape="0">
          <a:gsLst>
            <a:gs pos="0">
              <a:schemeClr val="accent1">
                <a:tint val="60000"/>
                <a:hueOff val="0"/>
                <a:satOff val="0"/>
                <a:lumOff val="0"/>
                <a:alphaOff val="0"/>
                <a:tint val="98000"/>
                <a:satMod val="110000"/>
                <a:lumMod val="104000"/>
              </a:schemeClr>
            </a:gs>
            <a:gs pos="69000">
              <a:schemeClr val="accent1">
                <a:tint val="60000"/>
                <a:hueOff val="0"/>
                <a:satOff val="0"/>
                <a:lumOff val="0"/>
                <a:alphaOff val="0"/>
                <a:shade val="88000"/>
                <a:satMod val="130000"/>
                <a:lumMod val="92000"/>
              </a:schemeClr>
            </a:gs>
            <a:gs pos="100000">
              <a:schemeClr val="accent1">
                <a:tint val="60000"/>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7D40B4-79EA-9544-90D4-87C702581361}">
      <dsp:nvSpPr>
        <dsp:cNvPr id="0" name=""/>
        <dsp:cNvSpPr/>
      </dsp:nvSpPr>
      <dsp:spPr>
        <a:xfrm>
          <a:off x="5400667" y="2111862"/>
          <a:ext cx="3307753" cy="210748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a:t>Emotional Support</a:t>
          </a:r>
        </a:p>
        <a:p>
          <a:pPr marL="171450" lvl="1" indent="-171450" algn="l" defTabSz="800100">
            <a:lnSpc>
              <a:spcPct val="90000"/>
            </a:lnSpc>
            <a:spcBef>
              <a:spcPct val="0"/>
            </a:spcBef>
            <a:spcAft>
              <a:spcPct val="15000"/>
            </a:spcAft>
            <a:buChar char="•"/>
          </a:pPr>
          <a:r>
            <a:rPr lang="en-US" sz="1800" kern="1200"/>
            <a:t>Socialization</a:t>
          </a:r>
        </a:p>
        <a:p>
          <a:pPr marL="171450" lvl="1" indent="-171450" algn="l" defTabSz="800100">
            <a:lnSpc>
              <a:spcPct val="90000"/>
            </a:lnSpc>
            <a:spcBef>
              <a:spcPct val="0"/>
            </a:spcBef>
            <a:spcAft>
              <a:spcPct val="15000"/>
            </a:spcAft>
            <a:buChar char="•"/>
          </a:pPr>
          <a:r>
            <a:rPr lang="en-US" sz="1800" kern="1200"/>
            <a:t>Communication</a:t>
          </a:r>
        </a:p>
        <a:p>
          <a:pPr marL="171450" lvl="1" indent="-171450" algn="l" defTabSz="800100">
            <a:lnSpc>
              <a:spcPct val="90000"/>
            </a:lnSpc>
            <a:spcBef>
              <a:spcPct val="0"/>
            </a:spcBef>
            <a:spcAft>
              <a:spcPct val="15000"/>
            </a:spcAft>
            <a:buChar char="•"/>
          </a:pPr>
          <a:r>
            <a:rPr lang="en-US" sz="1800" kern="1200"/>
            <a:t>Engagement</a:t>
          </a:r>
        </a:p>
        <a:p>
          <a:pPr marL="228600" lvl="1" indent="-228600" algn="l" defTabSz="889000">
            <a:lnSpc>
              <a:spcPct val="90000"/>
            </a:lnSpc>
            <a:spcBef>
              <a:spcPct val="0"/>
            </a:spcBef>
            <a:spcAft>
              <a:spcPct val="15000"/>
            </a:spcAft>
            <a:buChar char="•"/>
          </a:pPr>
          <a:r>
            <a:rPr lang="en-US" sz="2000" kern="1200"/>
            <a:t>Spiritual</a:t>
          </a:r>
        </a:p>
      </dsp:txBody>
      <dsp:txXfrm>
        <a:off x="6439288" y="2685028"/>
        <a:ext cx="2222837" cy="1488023"/>
      </dsp:txXfrm>
    </dsp:sp>
    <dsp:sp modelId="{DC507009-8292-E740-8A55-C4947D0D3D88}">
      <dsp:nvSpPr>
        <dsp:cNvPr id="0" name=""/>
        <dsp:cNvSpPr/>
      </dsp:nvSpPr>
      <dsp:spPr>
        <a:xfrm>
          <a:off x="77163" y="1478614"/>
          <a:ext cx="3234306" cy="256410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a:t>Ability to pay </a:t>
          </a:r>
        </a:p>
        <a:p>
          <a:pPr marL="342900" lvl="2" indent="-171450" algn="l" defTabSz="800100">
            <a:lnSpc>
              <a:spcPct val="90000"/>
            </a:lnSpc>
            <a:spcBef>
              <a:spcPct val="0"/>
            </a:spcBef>
            <a:spcAft>
              <a:spcPct val="15000"/>
            </a:spcAft>
            <a:buChar char="•"/>
          </a:pPr>
          <a:r>
            <a:rPr lang="en-US" sz="1800" kern="1200"/>
            <a:t>Personal Wealth</a:t>
          </a:r>
        </a:p>
        <a:p>
          <a:pPr marL="342900" lvl="2" indent="-171450" algn="l" defTabSz="800100">
            <a:lnSpc>
              <a:spcPct val="90000"/>
            </a:lnSpc>
            <a:spcBef>
              <a:spcPct val="0"/>
            </a:spcBef>
            <a:spcAft>
              <a:spcPct val="15000"/>
            </a:spcAft>
            <a:buChar char="•"/>
          </a:pPr>
          <a:r>
            <a:rPr lang="en-US" sz="1800" kern="1200"/>
            <a:t>Monthly Income</a:t>
          </a:r>
        </a:p>
        <a:p>
          <a:pPr marL="342900" lvl="2" indent="-171450" algn="l" defTabSz="800100">
            <a:lnSpc>
              <a:spcPct val="90000"/>
            </a:lnSpc>
            <a:spcBef>
              <a:spcPct val="0"/>
            </a:spcBef>
            <a:spcAft>
              <a:spcPct val="15000"/>
            </a:spcAft>
            <a:buChar char="•"/>
          </a:pPr>
          <a:r>
            <a:rPr lang="en-US" sz="1800" kern="1200"/>
            <a:t>Insurance</a:t>
          </a:r>
        </a:p>
        <a:p>
          <a:pPr marL="342900" lvl="2" indent="-171450" algn="l" defTabSz="800100">
            <a:lnSpc>
              <a:spcPct val="90000"/>
            </a:lnSpc>
            <a:spcBef>
              <a:spcPct val="0"/>
            </a:spcBef>
            <a:spcAft>
              <a:spcPct val="15000"/>
            </a:spcAft>
            <a:buChar char="•"/>
          </a:pPr>
          <a:r>
            <a:rPr lang="en-US" sz="1800" kern="1200"/>
            <a:t>Governmental Assistance</a:t>
          </a:r>
        </a:p>
        <a:p>
          <a:pPr marL="342900" lvl="2" indent="-171450" algn="l" defTabSz="711200">
            <a:lnSpc>
              <a:spcPct val="90000"/>
            </a:lnSpc>
            <a:spcBef>
              <a:spcPct val="0"/>
            </a:spcBef>
            <a:spcAft>
              <a:spcPct val="15000"/>
            </a:spcAft>
            <a:buChar char="•"/>
          </a:pPr>
          <a:endParaRPr lang="en-US" sz="1600" kern="1200"/>
        </a:p>
      </dsp:txBody>
      <dsp:txXfrm>
        <a:off x="133488" y="2175965"/>
        <a:ext cx="2151364" cy="1810429"/>
      </dsp:txXfrm>
    </dsp:sp>
    <dsp:sp modelId="{B56D163F-3654-2A46-B3D7-5A230235FF72}">
      <dsp:nvSpPr>
        <dsp:cNvPr id="0" name=""/>
        <dsp:cNvSpPr/>
      </dsp:nvSpPr>
      <dsp:spPr>
        <a:xfrm>
          <a:off x="5492689" y="64116"/>
          <a:ext cx="3165001" cy="171240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r>
            <a:rPr lang="en-US" sz="1200" kern="1200"/>
            <a:t> </a:t>
          </a:r>
          <a:r>
            <a:rPr lang="en-US" sz="1800" kern="1200"/>
            <a:t>Manage Household</a:t>
          </a:r>
        </a:p>
        <a:p>
          <a:pPr marL="171450" lvl="1" indent="-171450" algn="l" defTabSz="800100">
            <a:lnSpc>
              <a:spcPct val="90000"/>
            </a:lnSpc>
            <a:spcBef>
              <a:spcPct val="0"/>
            </a:spcBef>
            <a:spcAft>
              <a:spcPct val="15000"/>
            </a:spcAft>
            <a:buChar char="•"/>
          </a:pPr>
          <a:r>
            <a:rPr lang="en-US" sz="1800" kern="1200"/>
            <a:t>Make decisions</a:t>
          </a:r>
        </a:p>
        <a:p>
          <a:pPr marL="171450" lvl="1" indent="-171450" algn="l" defTabSz="800100">
            <a:lnSpc>
              <a:spcPct val="90000"/>
            </a:lnSpc>
            <a:spcBef>
              <a:spcPct val="0"/>
            </a:spcBef>
            <a:spcAft>
              <a:spcPct val="15000"/>
            </a:spcAft>
            <a:buChar char="•"/>
          </a:pPr>
          <a:r>
            <a:rPr lang="en-US" sz="1800" kern="1200"/>
            <a:t>Drive</a:t>
          </a:r>
        </a:p>
        <a:p>
          <a:pPr marL="171450" lvl="1" indent="-171450" algn="l" defTabSz="800100">
            <a:lnSpc>
              <a:spcPct val="90000"/>
            </a:lnSpc>
            <a:spcBef>
              <a:spcPct val="0"/>
            </a:spcBef>
            <a:spcAft>
              <a:spcPct val="15000"/>
            </a:spcAft>
            <a:buChar char="•"/>
          </a:pPr>
          <a:r>
            <a:rPr lang="en-US" sz="1800" kern="1200"/>
            <a:t>Manage Finances</a:t>
          </a:r>
        </a:p>
        <a:p>
          <a:pPr marL="114300" lvl="1" indent="-114300" algn="l" defTabSz="533400">
            <a:lnSpc>
              <a:spcPct val="90000"/>
            </a:lnSpc>
            <a:spcBef>
              <a:spcPct val="0"/>
            </a:spcBef>
            <a:spcAft>
              <a:spcPct val="15000"/>
            </a:spcAft>
            <a:buChar char="•"/>
          </a:pPr>
          <a:endParaRPr lang="en-US" sz="1200" kern="1200"/>
        </a:p>
      </dsp:txBody>
      <dsp:txXfrm>
        <a:off x="6479806" y="101732"/>
        <a:ext cx="2140268" cy="1209068"/>
      </dsp:txXfrm>
    </dsp:sp>
    <dsp:sp modelId="{A0BF475E-86DB-4B47-AEA9-6F4B375258C7}">
      <dsp:nvSpPr>
        <dsp:cNvPr id="0" name=""/>
        <dsp:cNvSpPr/>
      </dsp:nvSpPr>
      <dsp:spPr>
        <a:xfrm>
          <a:off x="8174" y="290100"/>
          <a:ext cx="3262958" cy="146686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marL="171450" lvl="1" indent="-171450" algn="l" defTabSz="844550">
            <a:lnSpc>
              <a:spcPct val="90000"/>
            </a:lnSpc>
            <a:spcBef>
              <a:spcPct val="0"/>
            </a:spcBef>
            <a:spcAft>
              <a:spcPct val="15000"/>
            </a:spcAft>
            <a:buChar char="•"/>
          </a:pPr>
          <a:r>
            <a:rPr lang="en-US" sz="1900" kern="1200"/>
            <a:t>General Health</a:t>
          </a:r>
        </a:p>
        <a:p>
          <a:pPr marL="171450" lvl="1" indent="-171450" algn="l" defTabSz="844550">
            <a:lnSpc>
              <a:spcPct val="90000"/>
            </a:lnSpc>
            <a:spcBef>
              <a:spcPct val="0"/>
            </a:spcBef>
            <a:spcAft>
              <a:spcPct val="15000"/>
            </a:spcAft>
            <a:buChar char="•"/>
          </a:pPr>
          <a:r>
            <a:rPr lang="en-US" sz="1900" kern="1200"/>
            <a:t>Ambulatory</a:t>
          </a:r>
        </a:p>
        <a:p>
          <a:pPr marL="171450" lvl="1" indent="-171450" algn="l" defTabSz="844550">
            <a:lnSpc>
              <a:spcPct val="90000"/>
            </a:lnSpc>
            <a:spcBef>
              <a:spcPct val="0"/>
            </a:spcBef>
            <a:spcAft>
              <a:spcPct val="15000"/>
            </a:spcAft>
            <a:buChar char="•"/>
          </a:pPr>
          <a:r>
            <a:rPr lang="en-US" sz="1900" kern="1200"/>
            <a:t>Can Drive</a:t>
          </a:r>
        </a:p>
      </dsp:txBody>
      <dsp:txXfrm>
        <a:off x="40396" y="322322"/>
        <a:ext cx="2219626" cy="1035704"/>
      </dsp:txXfrm>
    </dsp:sp>
    <dsp:sp modelId="{B0BF7A6B-7C78-9E47-B36D-0C880C8EBF65}">
      <dsp:nvSpPr>
        <dsp:cNvPr id="0" name=""/>
        <dsp:cNvSpPr/>
      </dsp:nvSpPr>
      <dsp:spPr>
        <a:xfrm>
          <a:off x="2459378" y="351336"/>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Physical</a:t>
          </a:r>
        </a:p>
      </dsp:txBody>
      <dsp:txXfrm>
        <a:off x="3001834" y="893792"/>
        <a:ext cx="1309603" cy="1309603"/>
      </dsp:txXfrm>
    </dsp:sp>
    <dsp:sp modelId="{3FA10D0E-B88B-F246-A999-7D0EB0F6CF9F}">
      <dsp:nvSpPr>
        <dsp:cNvPr id="0" name=""/>
        <dsp:cNvSpPr/>
      </dsp:nvSpPr>
      <dsp:spPr>
        <a:xfrm rot="5400000">
          <a:off x="4381814" y="328778"/>
          <a:ext cx="1852059" cy="1852059"/>
        </a:xfrm>
        <a:prstGeom prst="pieWedge">
          <a:avLst/>
        </a:prstGeom>
        <a:solidFill>
          <a:srgbClr val="FF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Cognitive / Mental Accuity</a:t>
          </a:r>
        </a:p>
        <a:p>
          <a:pPr marL="0" lvl="0" indent="0" algn="ctr" defTabSz="800100">
            <a:lnSpc>
              <a:spcPct val="90000"/>
            </a:lnSpc>
            <a:spcBef>
              <a:spcPct val="0"/>
            </a:spcBef>
            <a:spcAft>
              <a:spcPct val="35000"/>
            </a:spcAft>
            <a:buNone/>
          </a:pPr>
          <a:endParaRPr lang="en-US" sz="1800" kern="1200" dirty="0"/>
        </a:p>
      </dsp:txBody>
      <dsp:txXfrm rot="-5400000">
        <a:off x="4381814" y="871234"/>
        <a:ext cx="1309603" cy="1309603"/>
      </dsp:txXfrm>
    </dsp:sp>
    <dsp:sp modelId="{BF07A17A-1902-B749-BD43-5D4D040EAFB8}">
      <dsp:nvSpPr>
        <dsp:cNvPr id="0" name=""/>
        <dsp:cNvSpPr/>
      </dsp:nvSpPr>
      <dsp:spPr>
        <a:xfrm rot="10800000">
          <a:off x="4396983" y="2288941"/>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Family / Social Support</a:t>
          </a:r>
        </a:p>
      </dsp:txBody>
      <dsp:txXfrm rot="10800000">
        <a:off x="4396983" y="2288941"/>
        <a:ext cx="1309603" cy="1309603"/>
      </dsp:txXfrm>
    </dsp:sp>
    <dsp:sp modelId="{71A1CB50-171C-ED46-86B6-BD81909B5D40}">
      <dsp:nvSpPr>
        <dsp:cNvPr id="0" name=""/>
        <dsp:cNvSpPr/>
      </dsp:nvSpPr>
      <dsp:spPr>
        <a:xfrm rot="16200000">
          <a:off x="2459378" y="2288941"/>
          <a:ext cx="1852059" cy="1852059"/>
        </a:xfrm>
        <a:prstGeom prst="pieWedge">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Financial</a:t>
          </a:r>
        </a:p>
      </dsp:txBody>
      <dsp:txXfrm rot="5400000">
        <a:off x="3001834" y="2288941"/>
        <a:ext cx="1309603" cy="1309603"/>
      </dsp:txXfrm>
    </dsp:sp>
    <dsp:sp modelId="{85CD926A-DDE6-AF42-9E5D-5FB9AAD5EC8D}">
      <dsp:nvSpPr>
        <dsp:cNvPr id="0" name=""/>
        <dsp:cNvSpPr/>
      </dsp:nvSpPr>
      <dsp:spPr>
        <a:xfrm>
          <a:off x="4034484" y="1861214"/>
          <a:ext cx="639452" cy="556045"/>
        </a:xfrm>
        <a:prstGeom prst="circularArrow">
          <a:avLst/>
        </a:prstGeom>
        <a:gradFill rotWithShape="0">
          <a:gsLst>
            <a:gs pos="0">
              <a:schemeClr val="accent1">
                <a:tint val="60000"/>
                <a:hueOff val="0"/>
                <a:satOff val="0"/>
                <a:lumOff val="0"/>
                <a:alphaOff val="0"/>
                <a:tint val="98000"/>
                <a:satMod val="110000"/>
                <a:lumMod val="104000"/>
              </a:schemeClr>
            </a:gs>
            <a:gs pos="69000">
              <a:schemeClr val="accent1">
                <a:tint val="60000"/>
                <a:hueOff val="0"/>
                <a:satOff val="0"/>
                <a:lumOff val="0"/>
                <a:alphaOff val="0"/>
                <a:shade val="88000"/>
                <a:satMod val="130000"/>
                <a:lumMod val="92000"/>
              </a:schemeClr>
            </a:gs>
            <a:gs pos="100000">
              <a:schemeClr val="accent1">
                <a:tint val="60000"/>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dsp:style>
    </dsp:sp>
    <dsp:sp modelId="{97425919-B6F5-1B40-809D-CCB975944783}">
      <dsp:nvSpPr>
        <dsp:cNvPr id="0" name=""/>
        <dsp:cNvSpPr/>
      </dsp:nvSpPr>
      <dsp:spPr>
        <a:xfrm rot="10800000">
          <a:off x="4034484" y="2075078"/>
          <a:ext cx="639452" cy="556045"/>
        </a:xfrm>
        <a:prstGeom prst="circularArrow">
          <a:avLst/>
        </a:prstGeom>
        <a:gradFill rotWithShape="0">
          <a:gsLst>
            <a:gs pos="0">
              <a:schemeClr val="accent1">
                <a:tint val="60000"/>
                <a:hueOff val="0"/>
                <a:satOff val="0"/>
                <a:lumOff val="0"/>
                <a:alphaOff val="0"/>
                <a:tint val="98000"/>
                <a:satMod val="110000"/>
                <a:lumMod val="104000"/>
              </a:schemeClr>
            </a:gs>
            <a:gs pos="69000">
              <a:schemeClr val="accent1">
                <a:tint val="60000"/>
                <a:hueOff val="0"/>
                <a:satOff val="0"/>
                <a:lumOff val="0"/>
                <a:alphaOff val="0"/>
                <a:shade val="88000"/>
                <a:satMod val="130000"/>
                <a:lumMod val="92000"/>
              </a:schemeClr>
            </a:gs>
            <a:gs pos="100000">
              <a:schemeClr val="accent1">
                <a:tint val="60000"/>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0.65338</cdr:x>
      <cdr:y>0.2088</cdr:y>
    </cdr:from>
    <cdr:to>
      <cdr:x>0.65542</cdr:x>
      <cdr:y>0.7912</cdr:y>
    </cdr:to>
    <cdr:cxnSp macro="">
      <cdr:nvCxnSpPr>
        <cdr:cNvPr id="3" name="Straight Connector 2">
          <a:extLst xmlns:a="http://schemas.openxmlformats.org/drawingml/2006/main">
            <a:ext uri="{FF2B5EF4-FFF2-40B4-BE49-F238E27FC236}">
              <a16:creationId xmlns:a16="http://schemas.microsoft.com/office/drawing/2014/main" id="{8B0F82CA-74F8-8CEA-FF6A-1652A6FC57EA}"/>
            </a:ext>
          </a:extLst>
        </cdr:cNvPr>
        <cdr:cNvCxnSpPr/>
      </cdr:nvCxnSpPr>
      <cdr:spPr>
        <a:xfrm xmlns:a="http://schemas.openxmlformats.org/drawingml/2006/main">
          <a:off x="6415696" y="795326"/>
          <a:ext cx="20031" cy="2218290"/>
        </a:xfrm>
        <a:prstGeom xmlns:a="http://schemas.openxmlformats.org/drawingml/2006/main" prst="line">
          <a:avLst/>
        </a:prstGeom>
        <a:ln xmlns:a="http://schemas.openxmlformats.org/drawingml/2006/main" w="28575">
          <a:solidFill>
            <a:srgbClr val="002060"/>
          </a:solidFill>
          <a:prstDash val="lgDashDotDot"/>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0.5655</cdr:x>
      <cdr:y>0.19977</cdr:y>
    </cdr:from>
    <cdr:to>
      <cdr:x>0.56959</cdr:x>
      <cdr:y>0.79232</cdr:y>
    </cdr:to>
    <cdr:cxnSp macro="">
      <cdr:nvCxnSpPr>
        <cdr:cNvPr id="6" name="Straight Connector 5">
          <a:extLst xmlns:a="http://schemas.openxmlformats.org/drawingml/2006/main">
            <a:ext uri="{FF2B5EF4-FFF2-40B4-BE49-F238E27FC236}">
              <a16:creationId xmlns:a16="http://schemas.microsoft.com/office/drawing/2014/main" id="{9E0D3165-CB32-0D46-9A2B-D9B6B7F85063}"/>
            </a:ext>
          </a:extLst>
        </cdr:cNvPr>
        <cdr:cNvCxnSpPr/>
      </cdr:nvCxnSpPr>
      <cdr:spPr>
        <a:xfrm xmlns:a="http://schemas.openxmlformats.org/drawingml/2006/main">
          <a:off x="4936418" y="1055420"/>
          <a:ext cx="35771" cy="3130486"/>
        </a:xfrm>
        <a:prstGeom xmlns:a="http://schemas.openxmlformats.org/drawingml/2006/main" prst="line">
          <a:avLst/>
        </a:prstGeom>
        <a:ln xmlns:a="http://schemas.openxmlformats.org/drawingml/2006/main" w="28575">
          <a:solidFill>
            <a:schemeClr val="accent3">
              <a:lumMod val="75000"/>
            </a:schemeClr>
          </a:solidFill>
          <a:prstDash val="lgDash"/>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0.48354</cdr:x>
      <cdr:y>0.21332</cdr:y>
    </cdr:from>
    <cdr:to>
      <cdr:x>0.48559</cdr:x>
      <cdr:y>0.81602</cdr:y>
    </cdr:to>
    <cdr:cxnSp macro="">
      <cdr:nvCxnSpPr>
        <cdr:cNvPr id="8" name="Straight Connector 7">
          <a:extLst xmlns:a="http://schemas.openxmlformats.org/drawingml/2006/main">
            <a:ext uri="{FF2B5EF4-FFF2-40B4-BE49-F238E27FC236}">
              <a16:creationId xmlns:a16="http://schemas.microsoft.com/office/drawing/2014/main" id="{40AF4579-8736-516D-1CE3-7B6FB9C2A51D}"/>
            </a:ext>
          </a:extLst>
        </cdr:cNvPr>
        <cdr:cNvCxnSpPr/>
      </cdr:nvCxnSpPr>
      <cdr:spPr>
        <a:xfrm xmlns:a="http://schemas.openxmlformats.org/drawingml/2006/main">
          <a:off x="4220996" y="1126973"/>
          <a:ext cx="17885" cy="3184152"/>
        </a:xfrm>
        <a:prstGeom xmlns:a="http://schemas.openxmlformats.org/drawingml/2006/main" prst="line">
          <a:avLst/>
        </a:prstGeom>
        <a:ln xmlns:a="http://schemas.openxmlformats.org/drawingml/2006/main">
          <a:solidFill>
            <a:srgbClr val="0000FF"/>
          </a:solidFill>
          <a:prstDash val="dash"/>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0.44666</cdr:x>
      <cdr:y>0.13385</cdr:y>
    </cdr:from>
    <cdr:to>
      <cdr:x>0.55141</cdr:x>
      <cdr:y>0.30693</cdr:y>
    </cdr:to>
    <cdr:sp macro="" textlink="">
      <cdr:nvSpPr>
        <cdr:cNvPr id="11" name="TextBox 10"/>
        <cdr:cNvSpPr txBox="1"/>
      </cdr:nvSpPr>
      <cdr:spPr>
        <a:xfrm xmlns:a="http://schemas.openxmlformats.org/drawingml/2006/main">
          <a:off x="3899054" y="707123"/>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400" dirty="0"/>
        </a:p>
      </cdr:txBody>
    </cdr:sp>
  </cdr:relSizeAnchor>
  <cdr:relSizeAnchor xmlns:cdr="http://schemas.openxmlformats.org/drawingml/2006/chartDrawing">
    <cdr:from>
      <cdr:x>0.31601</cdr:x>
      <cdr:y>0.06581</cdr:y>
    </cdr:from>
    <cdr:to>
      <cdr:x>0.42076</cdr:x>
      <cdr:y>0.21311</cdr:y>
    </cdr:to>
    <cdr:sp macro="" textlink="">
      <cdr:nvSpPr>
        <cdr:cNvPr id="12" name="TextBox 11"/>
        <cdr:cNvSpPr txBox="1"/>
      </cdr:nvSpPr>
      <cdr:spPr>
        <a:xfrm xmlns:a="http://schemas.openxmlformats.org/drawingml/2006/main">
          <a:off x="3102926" y="250671"/>
          <a:ext cx="1028563" cy="56106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dirty="0"/>
            <a:t>Independent</a:t>
          </a:r>
        </a:p>
        <a:p xmlns:a="http://schemas.openxmlformats.org/drawingml/2006/main">
          <a:r>
            <a:rPr lang="en-US" sz="1400" dirty="0"/>
            <a:t>Living / Homecare</a:t>
          </a:r>
        </a:p>
      </cdr:txBody>
    </cdr:sp>
  </cdr:relSizeAnchor>
  <cdr:relSizeAnchor xmlns:cdr="http://schemas.openxmlformats.org/drawingml/2006/chartDrawing">
    <cdr:from>
      <cdr:x>0.29094</cdr:x>
      <cdr:y>0.18284</cdr:y>
    </cdr:from>
    <cdr:to>
      <cdr:x>0.39569</cdr:x>
      <cdr:y>0.35592</cdr:y>
    </cdr:to>
    <cdr:sp macro="" textlink="">
      <cdr:nvSpPr>
        <cdr:cNvPr id="13" name="TextBox 12"/>
        <cdr:cNvSpPr txBox="1"/>
      </cdr:nvSpPr>
      <cdr:spPr>
        <a:xfrm xmlns:a="http://schemas.openxmlformats.org/drawingml/2006/main">
          <a:off x="2539751" y="965978"/>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0.47818</cdr:x>
      <cdr:y>0.03973</cdr:y>
    </cdr:from>
    <cdr:to>
      <cdr:x>0.5713</cdr:x>
      <cdr:y>0.18199</cdr:y>
    </cdr:to>
    <cdr:sp macro="" textlink="">
      <cdr:nvSpPr>
        <cdr:cNvPr id="2" name="TextBox 1">
          <a:extLst xmlns:a="http://schemas.openxmlformats.org/drawingml/2006/main">
            <a:ext uri="{FF2B5EF4-FFF2-40B4-BE49-F238E27FC236}">
              <a16:creationId xmlns:a16="http://schemas.microsoft.com/office/drawing/2014/main" id="{115E5E1B-6751-49E4-1036-DDB1F5DDB9E6}"/>
            </a:ext>
          </a:extLst>
        </cdr:cNvPr>
        <cdr:cNvSpPr txBox="1"/>
      </cdr:nvSpPr>
      <cdr:spPr>
        <a:xfrm xmlns:a="http://schemas.openxmlformats.org/drawingml/2006/main">
          <a:off x="4695349" y="151341"/>
          <a:ext cx="914400" cy="54186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dirty="0"/>
            <a:t>Assisted Living /</a:t>
          </a:r>
        </a:p>
        <a:p xmlns:a="http://schemas.openxmlformats.org/drawingml/2006/main">
          <a:r>
            <a:rPr lang="en-US" sz="1400" dirty="0" err="1"/>
            <a:t>HomeHealthcare</a:t>
          </a:r>
          <a:endParaRPr lang="en-US" sz="1400"/>
        </a:p>
      </cdr:txBody>
    </cdr:sp>
  </cdr:relSizeAnchor>
  <cdr:relSizeAnchor xmlns:cdr="http://schemas.openxmlformats.org/drawingml/2006/chartDrawing">
    <cdr:from>
      <cdr:x>0.7174</cdr:x>
      <cdr:y>0.07974</cdr:y>
    </cdr:from>
    <cdr:to>
      <cdr:x>0.81052</cdr:x>
      <cdr:y>0.31981</cdr:y>
    </cdr:to>
    <cdr:sp macro="" textlink="">
      <cdr:nvSpPr>
        <cdr:cNvPr id="4" name="TextBox 3">
          <a:extLst xmlns:a="http://schemas.openxmlformats.org/drawingml/2006/main">
            <a:ext uri="{FF2B5EF4-FFF2-40B4-BE49-F238E27FC236}">
              <a16:creationId xmlns:a16="http://schemas.microsoft.com/office/drawing/2014/main" id="{1056AC82-5B7D-BB95-1D9F-2C650D602CC5}"/>
            </a:ext>
          </a:extLst>
        </cdr:cNvPr>
        <cdr:cNvSpPr txBox="1"/>
      </cdr:nvSpPr>
      <cdr:spPr>
        <a:xfrm xmlns:a="http://schemas.openxmlformats.org/drawingml/2006/main">
          <a:off x="7044267" y="303742"/>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0.74154</cdr:x>
      <cdr:y>0.07974</cdr:y>
    </cdr:from>
    <cdr:to>
      <cdr:x>0.83466</cdr:x>
      <cdr:y>0.31981</cdr:y>
    </cdr:to>
    <cdr:sp macro="" textlink="">
      <cdr:nvSpPr>
        <cdr:cNvPr id="5" name="TextBox 4">
          <a:extLst xmlns:a="http://schemas.openxmlformats.org/drawingml/2006/main">
            <a:ext uri="{FF2B5EF4-FFF2-40B4-BE49-F238E27FC236}">
              <a16:creationId xmlns:a16="http://schemas.microsoft.com/office/drawing/2014/main" id="{15060EA5-E4CF-8962-43CF-65BEAFA75140}"/>
            </a:ext>
          </a:extLst>
        </cdr:cNvPr>
        <cdr:cNvSpPr txBox="1"/>
      </cdr:nvSpPr>
      <cdr:spPr>
        <a:xfrm xmlns:a="http://schemas.openxmlformats.org/drawingml/2006/main">
          <a:off x="7281334" y="303742"/>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400"/>
        </a:p>
      </cdr:txBody>
    </cdr:sp>
  </cdr:relSizeAnchor>
  <cdr:relSizeAnchor xmlns:cdr="http://schemas.openxmlformats.org/drawingml/2006/chartDrawing">
    <cdr:from>
      <cdr:x>0.64497</cdr:x>
      <cdr:y>0.04862</cdr:y>
    </cdr:from>
    <cdr:to>
      <cdr:x>0.73809</cdr:x>
      <cdr:y>0.21311</cdr:y>
    </cdr:to>
    <cdr:sp macro="" textlink="">
      <cdr:nvSpPr>
        <cdr:cNvPr id="7" name="TextBox 6">
          <a:extLst xmlns:a="http://schemas.openxmlformats.org/drawingml/2006/main">
            <a:ext uri="{FF2B5EF4-FFF2-40B4-BE49-F238E27FC236}">
              <a16:creationId xmlns:a16="http://schemas.microsoft.com/office/drawing/2014/main" id="{71D7D183-6E2D-0077-33C8-588B43C77877}"/>
            </a:ext>
          </a:extLst>
        </cdr:cNvPr>
        <cdr:cNvSpPr txBox="1"/>
      </cdr:nvSpPr>
      <cdr:spPr>
        <a:xfrm xmlns:a="http://schemas.openxmlformats.org/drawingml/2006/main">
          <a:off x="6333067" y="185208"/>
          <a:ext cx="914400" cy="62653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400"/>
            <a:t>Skilled Nursing</a:t>
          </a:r>
        </a:p>
        <a:p xmlns:a="http://schemas.openxmlformats.org/drawingml/2006/main">
          <a:r>
            <a:rPr lang="en-US" sz="1400"/>
            <a:t> Care</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357859-9E8C-DC41-9E5F-FFE3C732C425}"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1468CC-8083-0D45-8767-2C3BD70AD559}" type="slidenum">
              <a:rPr lang="en-US" smtClean="0"/>
              <a:t>‹#›</a:t>
            </a:fld>
            <a:endParaRPr lang="en-US"/>
          </a:p>
        </p:txBody>
      </p:sp>
    </p:spTree>
    <p:extLst>
      <p:ext uri="{BB962C8B-B14F-4D97-AF65-F5344CB8AC3E}">
        <p14:creationId xmlns:p14="http://schemas.microsoft.com/office/powerpoint/2010/main" val="1651092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F3E527-F2CC-5840-A8AE-FE474B2DA367}" type="datetime1">
              <a:rPr lang="en-US" smtClean="0"/>
              <a:t>6/12/2024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2461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B5F74-41AF-104F-91B1-759AF84E314F}" type="datetime1">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70007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DAC3E1-AD08-4041-9A18-4A9E9411B216}" type="datetime1">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0026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4B5F74-41AF-104F-91B1-759AF84E314F}" type="datetime1">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9884073"/>
      </p:ext>
    </p:extLst>
  </p:cSld>
  <p:clrMapOvr>
    <a:masterClrMapping/>
  </p:clrMapOvr>
  <p:hf sldNum="0"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4B5F74-41AF-104F-91B1-759AF84E314F}" type="datetime1">
              <a:rPr lang="en-US" smtClean="0"/>
              <a:t>6/12/2024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054642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58820A-C27D-7246-AD31-BB086C76B62F}" type="datetime1">
              <a:rPr lang="en-US" smtClean="0"/>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423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00692-89E1-FE4A-9878-7E90834885FD}" type="datetime1">
              <a:rPr lang="en-US" smtClean="0"/>
              <a:t>6/12/2024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84575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4B5F74-41AF-104F-91B1-759AF84E314F}" type="datetime1">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1202095"/>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3F016D5-2041-594E-9886-8CE47F014A77}" type="datetime1">
              <a:rPr lang="en-US" smtClean="0"/>
              <a:t>6/12/2024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46987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B5F74-41AF-104F-91B1-759AF84E314F}" type="datetime1">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778920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B5F74-41AF-104F-91B1-759AF84E314F}" type="datetime1">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168288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C4B5F74-41AF-104F-91B1-759AF84E314F}" type="datetime1">
              <a:rPr lang="en-US" smtClean="0"/>
              <a:t>6/12/2024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825955"/>
      </p:ext>
    </p:extLst>
  </p:cSld>
  <p:clrMap bg1="lt1" tx1="dk1" bg2="lt2" tx2="dk2" accent1="accent1" accent2="accent2" accent3="accent3" accent4="accent4" accent5="accent5" accent6="accent6" hlink="hlink" folHlink="folHlink"/>
  <p:sldLayoutIdLst>
    <p:sldLayoutId id="2147484352" r:id="rId1"/>
    <p:sldLayoutId id="2147484353" r:id="rId2"/>
    <p:sldLayoutId id="2147484354" r:id="rId3"/>
    <p:sldLayoutId id="2147484355" r:id="rId4"/>
    <p:sldLayoutId id="2147484356" r:id="rId5"/>
    <p:sldLayoutId id="2147484357" r:id="rId6"/>
    <p:sldLayoutId id="2147484358" r:id="rId7"/>
    <p:sldLayoutId id="2147484359" r:id="rId8"/>
    <p:sldLayoutId id="2147484360" r:id="rId9"/>
    <p:sldLayoutId id="2147484361" r:id="rId10"/>
    <p:sldLayoutId id="2147484362"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emf"/><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F7AE-3492-C625-458A-80155C808C38}"/>
              </a:ext>
            </a:extLst>
          </p:cNvPr>
          <p:cNvSpPr>
            <a:spLocks noGrp="1"/>
          </p:cNvSpPr>
          <p:nvPr>
            <p:ph type="ctrTitle"/>
          </p:nvPr>
        </p:nvSpPr>
        <p:spPr/>
        <p:txBody>
          <a:bodyPr/>
          <a:lstStyle/>
          <a:p>
            <a:r>
              <a:rPr lang="en-US" dirty="0"/>
              <a:t>Aging in place?</a:t>
            </a:r>
          </a:p>
        </p:txBody>
      </p:sp>
      <p:sp>
        <p:nvSpPr>
          <p:cNvPr id="3" name="Subtitle 2">
            <a:extLst>
              <a:ext uri="{FF2B5EF4-FFF2-40B4-BE49-F238E27FC236}">
                <a16:creationId xmlns:a16="http://schemas.microsoft.com/office/drawing/2014/main" id="{DE57DBC9-CF89-976C-64D7-25C46A8158AE}"/>
              </a:ext>
            </a:extLst>
          </p:cNvPr>
          <p:cNvSpPr>
            <a:spLocks noGrp="1"/>
          </p:cNvSpPr>
          <p:nvPr>
            <p:ph type="subTitle" idx="1"/>
          </p:nvPr>
        </p:nvSpPr>
        <p:spPr/>
        <p:txBody>
          <a:bodyPr/>
          <a:lstStyle/>
          <a:p>
            <a:r>
              <a:rPr lang="en-US" dirty="0"/>
              <a:t>Strategies, support and services</a:t>
            </a:r>
          </a:p>
        </p:txBody>
      </p:sp>
      <p:pic>
        <p:nvPicPr>
          <p:cNvPr id="4" name="Picture 2" descr="SC LOGO_Vertical_FullColor_NeighborTAG.pdf">
            <a:extLst>
              <a:ext uri="{FF2B5EF4-FFF2-40B4-BE49-F238E27FC236}">
                <a16:creationId xmlns:a16="http://schemas.microsoft.com/office/drawing/2014/main" id="{192D4227-E0E3-B0B7-039F-C1CF5E5B8D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966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38147-C5AC-03D0-3F95-D8CDCDFB043C}"/>
              </a:ext>
            </a:extLst>
          </p:cNvPr>
          <p:cNvSpPr>
            <a:spLocks noGrp="1"/>
          </p:cNvSpPr>
          <p:nvPr>
            <p:ph type="title"/>
          </p:nvPr>
        </p:nvSpPr>
        <p:spPr/>
        <p:txBody>
          <a:bodyPr/>
          <a:lstStyle/>
          <a:p>
            <a:r>
              <a:rPr lang="en-US" dirty="0"/>
              <a:t>Why we moved to </a:t>
            </a:r>
            <a:r>
              <a:rPr lang="en-US"/>
              <a:t>sun city</a:t>
            </a:r>
            <a:endParaRPr lang="en-US" dirty="0"/>
          </a:p>
        </p:txBody>
      </p:sp>
      <p:sp>
        <p:nvSpPr>
          <p:cNvPr id="3" name="Content Placeholder 2">
            <a:extLst>
              <a:ext uri="{FF2B5EF4-FFF2-40B4-BE49-F238E27FC236}">
                <a16:creationId xmlns:a16="http://schemas.microsoft.com/office/drawing/2014/main" id="{E5484C39-25A6-A91F-ACE8-700D01CB1803}"/>
              </a:ext>
            </a:extLst>
          </p:cNvPr>
          <p:cNvSpPr>
            <a:spLocks noGrp="1"/>
          </p:cNvSpPr>
          <p:nvPr>
            <p:ph idx="1"/>
          </p:nvPr>
        </p:nvSpPr>
        <p:spPr/>
        <p:txBody>
          <a:bodyPr>
            <a:normAutofit/>
          </a:bodyPr>
          <a:lstStyle/>
          <a:p>
            <a:r>
              <a:rPr lang="en-US" dirty="0"/>
              <a:t>To do what we never had time to do – “we live in an adult day camp”</a:t>
            </a:r>
          </a:p>
          <a:p>
            <a:endParaRPr lang="en-US" dirty="0"/>
          </a:p>
          <a:p>
            <a:endParaRPr lang="en-US" dirty="0"/>
          </a:p>
          <a:p>
            <a:endParaRPr lang="en-US" dirty="0"/>
          </a:p>
          <a:p>
            <a:r>
              <a:rPr lang="en-US" dirty="0"/>
              <a:t>Access to opportunities for socialization / intellectual stimulation</a:t>
            </a:r>
          </a:p>
          <a:p>
            <a:r>
              <a:rPr lang="en-US" dirty="0"/>
              <a:t>To follow the yellow brick road through our “Golden Years”</a:t>
            </a:r>
          </a:p>
        </p:txBody>
      </p:sp>
      <p:pic>
        <p:nvPicPr>
          <p:cNvPr id="1026" name="Picture 2" descr="golf club membership">
            <a:extLst>
              <a:ext uri="{FF2B5EF4-FFF2-40B4-BE49-F238E27FC236}">
                <a16:creationId xmlns:a16="http://schemas.microsoft.com/office/drawing/2014/main" id="{14BE3946-C290-B6D5-316A-4726593AD3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7106" y="2493818"/>
            <a:ext cx="2352331" cy="15655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C LOGO_Vertical_FullColor_NeighborTAG.pdf">
            <a:extLst>
              <a:ext uri="{FF2B5EF4-FFF2-40B4-BE49-F238E27FC236}">
                <a16:creationId xmlns:a16="http://schemas.microsoft.com/office/drawing/2014/main" id="{037D35C5-5361-7976-6EEC-89FB7940E3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5999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377C3-3A85-C2E6-EDA5-A6C1CB36C88A}"/>
              </a:ext>
            </a:extLst>
          </p:cNvPr>
          <p:cNvSpPr>
            <a:spLocks noGrp="1"/>
          </p:cNvSpPr>
          <p:nvPr>
            <p:ph type="title"/>
          </p:nvPr>
        </p:nvSpPr>
        <p:spPr/>
        <p:txBody>
          <a:bodyPr/>
          <a:lstStyle/>
          <a:p>
            <a:r>
              <a:rPr lang="en-US" dirty="0"/>
              <a:t>Aging in place….</a:t>
            </a:r>
          </a:p>
        </p:txBody>
      </p:sp>
      <p:sp>
        <p:nvSpPr>
          <p:cNvPr id="3" name="Content Placeholder 2">
            <a:extLst>
              <a:ext uri="{FF2B5EF4-FFF2-40B4-BE49-F238E27FC236}">
                <a16:creationId xmlns:a16="http://schemas.microsoft.com/office/drawing/2014/main" id="{DE86BCC7-BB4F-4CA2-ECA4-12E2F2E6739A}"/>
              </a:ext>
            </a:extLst>
          </p:cNvPr>
          <p:cNvSpPr>
            <a:spLocks noGrp="1"/>
          </p:cNvSpPr>
          <p:nvPr>
            <p:ph idx="1"/>
          </p:nvPr>
        </p:nvSpPr>
        <p:spPr/>
        <p:txBody>
          <a:bodyPr>
            <a:normAutofit lnSpcReduction="10000"/>
          </a:bodyPr>
          <a:lstStyle/>
          <a:p>
            <a:r>
              <a:rPr lang="en-US" sz="3200" dirty="0">
                <a:solidFill>
                  <a:srgbClr val="00B050"/>
                </a:solidFill>
              </a:rPr>
              <a:t>safely</a:t>
            </a:r>
          </a:p>
          <a:p>
            <a:r>
              <a:rPr lang="en-US" sz="3200" dirty="0">
                <a:solidFill>
                  <a:srgbClr val="00B050"/>
                </a:solidFill>
              </a:rPr>
              <a:t>with dignity</a:t>
            </a:r>
          </a:p>
          <a:p>
            <a:r>
              <a:rPr lang="en-US" sz="3200" dirty="0">
                <a:solidFill>
                  <a:srgbClr val="00B050"/>
                </a:solidFill>
              </a:rPr>
              <a:t>in control</a:t>
            </a:r>
          </a:p>
          <a:p>
            <a:endParaRPr lang="en-US" sz="3200" dirty="0">
              <a:solidFill>
                <a:srgbClr val="00B050"/>
              </a:solidFill>
            </a:endParaRPr>
          </a:p>
          <a:p>
            <a:r>
              <a:rPr lang="en-US" sz="3200" dirty="0">
                <a:solidFill>
                  <a:srgbClr val="FF0000"/>
                </a:solidFill>
              </a:rPr>
              <a:t>We don’t want to be him / her / them …..</a:t>
            </a:r>
          </a:p>
        </p:txBody>
      </p:sp>
      <p:pic>
        <p:nvPicPr>
          <p:cNvPr id="4" name="Picture 2" descr="SC LOGO_Vertical_FullColor_NeighborTAG.pdf">
            <a:extLst>
              <a:ext uri="{FF2B5EF4-FFF2-40B4-BE49-F238E27FC236}">
                <a16:creationId xmlns:a16="http://schemas.microsoft.com/office/drawing/2014/main" id="{06FB6D01-6550-E677-22B7-582B2B584A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752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0436-D536-DCF3-9FF4-668E4990A183}"/>
              </a:ext>
            </a:extLst>
          </p:cNvPr>
          <p:cNvSpPr>
            <a:spLocks noGrp="1"/>
          </p:cNvSpPr>
          <p:nvPr>
            <p:ph type="title"/>
          </p:nvPr>
        </p:nvSpPr>
        <p:spPr/>
        <p:txBody>
          <a:bodyPr/>
          <a:lstStyle/>
          <a:p>
            <a:r>
              <a:rPr lang="en-US" dirty="0"/>
              <a:t>Facts / Considerations</a:t>
            </a:r>
          </a:p>
        </p:txBody>
      </p:sp>
      <p:sp>
        <p:nvSpPr>
          <p:cNvPr id="3" name="Content Placeholder 2">
            <a:extLst>
              <a:ext uri="{FF2B5EF4-FFF2-40B4-BE49-F238E27FC236}">
                <a16:creationId xmlns:a16="http://schemas.microsoft.com/office/drawing/2014/main" id="{58A68E3B-8580-EA0E-4DE4-48BAD150E83E}"/>
              </a:ext>
            </a:extLst>
          </p:cNvPr>
          <p:cNvSpPr>
            <a:spLocks noGrp="1"/>
          </p:cNvSpPr>
          <p:nvPr>
            <p:ph idx="1"/>
          </p:nvPr>
        </p:nvSpPr>
        <p:spPr/>
        <p:txBody>
          <a:bodyPr>
            <a:normAutofit/>
          </a:bodyPr>
          <a:lstStyle/>
          <a:p>
            <a:r>
              <a:rPr lang="en-US" sz="1900" dirty="0"/>
              <a:t>People are living longer and can outlive their financial security</a:t>
            </a:r>
          </a:p>
          <a:p>
            <a:r>
              <a:rPr lang="en-US" sz="1900" dirty="0"/>
              <a:t>Families are geographically dispersed</a:t>
            </a:r>
          </a:p>
          <a:p>
            <a:r>
              <a:rPr lang="en-US" sz="1900" dirty="0"/>
              <a:t>Women generally outlive men</a:t>
            </a:r>
          </a:p>
          <a:p>
            <a:r>
              <a:rPr lang="en-US" sz="1900" dirty="0"/>
              <a:t>20% of Baby Boomers have no family</a:t>
            </a:r>
          </a:p>
          <a:p>
            <a:r>
              <a:rPr lang="en-US" dirty="0"/>
              <a:t>30% of those with family are estranged </a:t>
            </a:r>
          </a:p>
          <a:p>
            <a:r>
              <a:rPr lang="en-US" dirty="0"/>
              <a:t>Alternative Living Solutions have long waiting lists</a:t>
            </a:r>
          </a:p>
          <a:p>
            <a:r>
              <a:rPr lang="en-US" dirty="0"/>
              <a:t>Residents cannot be referred for Help, they need to ask</a:t>
            </a:r>
          </a:p>
        </p:txBody>
      </p:sp>
      <p:pic>
        <p:nvPicPr>
          <p:cNvPr id="4" name="Picture 2" descr="SC LOGO_Vertical_FullColor_NeighborTAG.pdf">
            <a:extLst>
              <a:ext uri="{FF2B5EF4-FFF2-40B4-BE49-F238E27FC236}">
                <a16:creationId xmlns:a16="http://schemas.microsoft.com/office/drawing/2014/main" id="{7E44D278-F023-24AD-3707-4219513749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0850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8B67-3EA0-C56E-0B28-D79A93D1E87C}"/>
              </a:ext>
            </a:extLst>
          </p:cNvPr>
          <p:cNvSpPr>
            <a:spLocks noGrp="1"/>
          </p:cNvSpPr>
          <p:nvPr>
            <p:ph type="title"/>
          </p:nvPr>
        </p:nvSpPr>
        <p:spPr/>
        <p:txBody>
          <a:bodyPr/>
          <a:lstStyle/>
          <a:p>
            <a:r>
              <a:rPr lang="en-US" dirty="0"/>
              <a:t>Staying connected experience</a:t>
            </a:r>
          </a:p>
        </p:txBody>
      </p:sp>
      <p:sp>
        <p:nvSpPr>
          <p:cNvPr id="3" name="Content Placeholder 2">
            <a:extLst>
              <a:ext uri="{FF2B5EF4-FFF2-40B4-BE49-F238E27FC236}">
                <a16:creationId xmlns:a16="http://schemas.microsoft.com/office/drawing/2014/main" id="{E80AF2A7-D30F-DFC7-7CD8-95263BB93BF9}"/>
              </a:ext>
            </a:extLst>
          </p:cNvPr>
          <p:cNvSpPr>
            <a:spLocks noGrp="1"/>
          </p:cNvSpPr>
          <p:nvPr>
            <p:ph idx="1"/>
          </p:nvPr>
        </p:nvSpPr>
        <p:spPr>
          <a:xfrm>
            <a:off x="1451579" y="2015732"/>
            <a:ext cx="9603275" cy="3885006"/>
          </a:xfrm>
        </p:spPr>
        <p:txBody>
          <a:bodyPr>
            <a:normAutofit/>
          </a:bodyPr>
          <a:lstStyle/>
          <a:p>
            <a:r>
              <a:rPr lang="en-US" sz="2200" dirty="0"/>
              <a:t>Over 70% of our current memberships are single person households</a:t>
            </a:r>
          </a:p>
          <a:p>
            <a:r>
              <a:rPr lang="en-US" sz="2200" dirty="0"/>
              <a:t>Over 500 memberships were inactivated since Jan 2019</a:t>
            </a:r>
          </a:p>
          <a:p>
            <a:pPr lvl="1"/>
            <a:r>
              <a:rPr lang="en-US" dirty="0"/>
              <a:t>50+%   were moving from Sun City</a:t>
            </a:r>
          </a:p>
          <a:p>
            <a:pPr lvl="1"/>
            <a:r>
              <a:rPr lang="en-US" dirty="0"/>
              <a:t>38%     didn’t need our services any longer</a:t>
            </a:r>
          </a:p>
          <a:p>
            <a:pPr lvl="2"/>
            <a:r>
              <a:rPr lang="en-US" dirty="0"/>
              <a:t>Needs exceeded our help</a:t>
            </a:r>
          </a:p>
          <a:p>
            <a:pPr lvl="2"/>
            <a:r>
              <a:rPr lang="en-US" dirty="0"/>
              <a:t>Spouse who caused the need passed away (the remaining spouse may have moved later)	</a:t>
            </a:r>
          </a:p>
        </p:txBody>
      </p:sp>
      <p:pic>
        <p:nvPicPr>
          <p:cNvPr id="4" name="Picture 2" descr="SC LOGO_Vertical_FullColor_NeighborTAG.pdf">
            <a:extLst>
              <a:ext uri="{FF2B5EF4-FFF2-40B4-BE49-F238E27FC236}">
                <a16:creationId xmlns:a16="http://schemas.microsoft.com/office/drawing/2014/main" id="{CD8134EB-1FC4-4937-FC98-959679D19F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477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7CEB-4C8E-F98B-6A6F-CCF6F65366C0}"/>
              </a:ext>
            </a:extLst>
          </p:cNvPr>
          <p:cNvSpPr>
            <a:spLocks noGrp="1"/>
          </p:cNvSpPr>
          <p:nvPr>
            <p:ph type="title"/>
          </p:nvPr>
        </p:nvSpPr>
        <p:spPr/>
        <p:txBody>
          <a:bodyPr/>
          <a:lstStyle/>
          <a:p>
            <a:r>
              <a:rPr lang="en-US" dirty="0"/>
              <a:t>In a perfect world……</a:t>
            </a:r>
          </a:p>
        </p:txBody>
      </p:sp>
      <p:graphicFrame>
        <p:nvGraphicFramePr>
          <p:cNvPr id="4" name="Content Placeholder 3">
            <a:extLst>
              <a:ext uri="{FF2B5EF4-FFF2-40B4-BE49-F238E27FC236}">
                <a16:creationId xmlns:a16="http://schemas.microsoft.com/office/drawing/2014/main" id="{4615B557-564E-819D-04E8-7D9E996F5AA7}"/>
              </a:ext>
            </a:extLst>
          </p:cNvPr>
          <p:cNvGraphicFramePr>
            <a:graphicFrameLocks noGrp="1"/>
          </p:cNvGraphicFramePr>
          <p:nvPr>
            <p:ph idx="1"/>
            <p:extLst>
              <p:ext uri="{D42A27DB-BD31-4B8C-83A1-F6EECF244321}">
                <p14:modId xmlns:p14="http://schemas.microsoft.com/office/powerpoint/2010/main" val="2924225283"/>
              </p:ext>
            </p:extLst>
          </p:nvPr>
        </p:nvGraphicFramePr>
        <p:xfrm>
          <a:off x="1236133" y="2016125"/>
          <a:ext cx="9819217" cy="3808942"/>
        </p:xfrm>
        <a:graphic>
          <a:graphicData uri="http://schemas.openxmlformats.org/drawingml/2006/chart">
            <c:chart xmlns:c="http://schemas.openxmlformats.org/drawingml/2006/chart" xmlns:r="http://schemas.openxmlformats.org/officeDocument/2006/relationships" r:id="rId2"/>
          </a:graphicData>
        </a:graphic>
      </p:graphicFrame>
      <p:pic>
        <p:nvPicPr>
          <p:cNvPr id="3" name="Picture 2" descr="SC LOGO_Vertical_FullColor_NeighborTAG.pdf">
            <a:extLst>
              <a:ext uri="{FF2B5EF4-FFF2-40B4-BE49-F238E27FC236}">
                <a16:creationId xmlns:a16="http://schemas.microsoft.com/office/drawing/2014/main" id="{3D86BE15-8370-7298-8666-69A858D647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6766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0955-3CB2-15CA-BFC8-341FC79F8091}"/>
              </a:ext>
            </a:extLst>
          </p:cNvPr>
          <p:cNvSpPr>
            <a:spLocks noGrp="1"/>
          </p:cNvSpPr>
          <p:nvPr>
            <p:ph type="title"/>
          </p:nvPr>
        </p:nvSpPr>
        <p:spPr/>
        <p:txBody>
          <a:bodyPr/>
          <a:lstStyle/>
          <a:p>
            <a:r>
              <a:rPr lang="en-US"/>
              <a:t>Contributors to your Quality of life</a:t>
            </a:r>
          </a:p>
        </p:txBody>
      </p:sp>
      <p:graphicFrame>
        <p:nvGraphicFramePr>
          <p:cNvPr id="10" name="Diagram 9">
            <a:extLst>
              <a:ext uri="{FF2B5EF4-FFF2-40B4-BE49-F238E27FC236}">
                <a16:creationId xmlns:a16="http://schemas.microsoft.com/office/drawing/2014/main" id="{C697872E-5013-EB39-5AD7-CB405327A0F4}"/>
              </a:ext>
            </a:extLst>
          </p:cNvPr>
          <p:cNvGraphicFramePr/>
          <p:nvPr>
            <p:extLst>
              <p:ext uri="{D42A27DB-BD31-4B8C-83A1-F6EECF244321}">
                <p14:modId xmlns:p14="http://schemas.microsoft.com/office/powerpoint/2010/main" val="4291986847"/>
              </p:ext>
            </p:extLst>
          </p:nvPr>
        </p:nvGraphicFramePr>
        <p:xfrm>
          <a:off x="1451578" y="1947519"/>
          <a:ext cx="8708421" cy="4492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itle 1">
            <a:extLst>
              <a:ext uri="{FF2B5EF4-FFF2-40B4-BE49-F238E27FC236}">
                <a16:creationId xmlns:a16="http://schemas.microsoft.com/office/drawing/2014/main" id="{9BB88CAE-C010-193A-E271-15E63E1AD6B4}"/>
              </a:ext>
            </a:extLst>
          </p:cNvPr>
          <p:cNvSpPr txBox="1">
            <a:spLocks/>
          </p:cNvSpPr>
          <p:nvPr/>
        </p:nvSpPr>
        <p:spPr>
          <a:xfrm>
            <a:off x="1637071" y="418143"/>
            <a:ext cx="8229600" cy="11430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a:p>
        </p:txBody>
      </p:sp>
      <p:sp>
        <p:nvSpPr>
          <p:cNvPr id="12" name="Footer Placeholder 4">
            <a:extLst>
              <a:ext uri="{FF2B5EF4-FFF2-40B4-BE49-F238E27FC236}">
                <a16:creationId xmlns:a16="http://schemas.microsoft.com/office/drawing/2014/main" id="{0F247A07-8E81-DCD3-7422-D757594991FA}"/>
              </a:ext>
            </a:extLst>
          </p:cNvPr>
          <p:cNvSpPr>
            <a:spLocks noGrp="1"/>
          </p:cNvSpPr>
          <p:nvPr>
            <p:ph type="ftr" sz="quarter" idx="11"/>
          </p:nvPr>
        </p:nvSpPr>
        <p:spPr>
          <a:xfrm>
            <a:off x="3124200" y="6356350"/>
            <a:ext cx="2895600" cy="365125"/>
          </a:xfrm>
        </p:spPr>
        <p:txBody>
          <a:bodyPr/>
          <a:lstStyle/>
          <a:p>
            <a:r>
              <a:rPr lang="en-US"/>
              <a:t>Copyright 2018, Hugh E. Armstrong</a:t>
            </a:r>
          </a:p>
        </p:txBody>
      </p:sp>
      <p:pic>
        <p:nvPicPr>
          <p:cNvPr id="3" name="Picture 2" descr="SC LOGO_Vertical_FullColor_NeighborTAG.pdf">
            <a:extLst>
              <a:ext uri="{FF2B5EF4-FFF2-40B4-BE49-F238E27FC236}">
                <a16:creationId xmlns:a16="http://schemas.microsoft.com/office/drawing/2014/main" id="{CD1443DC-A773-808C-43EA-5D31FC15F70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60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0955-3CB2-15CA-BFC8-341FC79F8091}"/>
              </a:ext>
            </a:extLst>
          </p:cNvPr>
          <p:cNvSpPr>
            <a:spLocks noGrp="1"/>
          </p:cNvSpPr>
          <p:nvPr>
            <p:ph type="title"/>
          </p:nvPr>
        </p:nvSpPr>
        <p:spPr/>
        <p:txBody>
          <a:bodyPr/>
          <a:lstStyle/>
          <a:p>
            <a:r>
              <a:rPr lang="en-US"/>
              <a:t>Contributors to your Quality of life</a:t>
            </a:r>
          </a:p>
        </p:txBody>
      </p:sp>
      <p:graphicFrame>
        <p:nvGraphicFramePr>
          <p:cNvPr id="10" name="Diagram 9">
            <a:extLst>
              <a:ext uri="{FF2B5EF4-FFF2-40B4-BE49-F238E27FC236}">
                <a16:creationId xmlns:a16="http://schemas.microsoft.com/office/drawing/2014/main" id="{C697872E-5013-EB39-5AD7-CB405327A0F4}"/>
              </a:ext>
            </a:extLst>
          </p:cNvPr>
          <p:cNvGraphicFramePr/>
          <p:nvPr>
            <p:extLst>
              <p:ext uri="{D42A27DB-BD31-4B8C-83A1-F6EECF244321}">
                <p14:modId xmlns:p14="http://schemas.microsoft.com/office/powerpoint/2010/main" val="1694783658"/>
              </p:ext>
            </p:extLst>
          </p:nvPr>
        </p:nvGraphicFramePr>
        <p:xfrm>
          <a:off x="1451578" y="1947519"/>
          <a:ext cx="8708421" cy="4492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itle 1">
            <a:extLst>
              <a:ext uri="{FF2B5EF4-FFF2-40B4-BE49-F238E27FC236}">
                <a16:creationId xmlns:a16="http://schemas.microsoft.com/office/drawing/2014/main" id="{9BB88CAE-C010-193A-E271-15E63E1AD6B4}"/>
              </a:ext>
            </a:extLst>
          </p:cNvPr>
          <p:cNvSpPr txBox="1">
            <a:spLocks/>
          </p:cNvSpPr>
          <p:nvPr/>
        </p:nvSpPr>
        <p:spPr>
          <a:xfrm>
            <a:off x="1637071" y="418143"/>
            <a:ext cx="8229600" cy="11430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a:p>
        </p:txBody>
      </p:sp>
      <p:sp>
        <p:nvSpPr>
          <p:cNvPr id="12" name="Footer Placeholder 4">
            <a:extLst>
              <a:ext uri="{FF2B5EF4-FFF2-40B4-BE49-F238E27FC236}">
                <a16:creationId xmlns:a16="http://schemas.microsoft.com/office/drawing/2014/main" id="{0F247A07-8E81-DCD3-7422-D757594991FA}"/>
              </a:ext>
            </a:extLst>
          </p:cNvPr>
          <p:cNvSpPr>
            <a:spLocks noGrp="1"/>
          </p:cNvSpPr>
          <p:nvPr>
            <p:ph type="ftr" sz="quarter" idx="11"/>
          </p:nvPr>
        </p:nvSpPr>
        <p:spPr>
          <a:xfrm>
            <a:off x="3124200" y="6356350"/>
            <a:ext cx="2895600" cy="365125"/>
          </a:xfrm>
        </p:spPr>
        <p:txBody>
          <a:bodyPr/>
          <a:lstStyle/>
          <a:p>
            <a:r>
              <a:rPr lang="en-US"/>
              <a:t>Copyright 2018, Hugh E. Armstrong</a:t>
            </a:r>
          </a:p>
        </p:txBody>
      </p:sp>
      <p:pic>
        <p:nvPicPr>
          <p:cNvPr id="3" name="Picture 2" descr="SC LOGO_Vertical_FullColor_NeighborTAG.pdf">
            <a:extLst>
              <a:ext uri="{FF2B5EF4-FFF2-40B4-BE49-F238E27FC236}">
                <a16:creationId xmlns:a16="http://schemas.microsoft.com/office/drawing/2014/main" id="{CD1443DC-A773-808C-43EA-5D31FC15F70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6716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17A8-3CD8-1A6A-7340-244E6C2F57BD}"/>
              </a:ext>
            </a:extLst>
          </p:cNvPr>
          <p:cNvSpPr>
            <a:spLocks noGrp="1"/>
          </p:cNvSpPr>
          <p:nvPr>
            <p:ph type="title"/>
          </p:nvPr>
        </p:nvSpPr>
        <p:spPr/>
        <p:txBody>
          <a:bodyPr/>
          <a:lstStyle/>
          <a:p>
            <a:r>
              <a:rPr lang="en-US"/>
              <a:t>Bumps in the yellow brick road</a:t>
            </a:r>
          </a:p>
        </p:txBody>
      </p:sp>
      <p:sp>
        <p:nvSpPr>
          <p:cNvPr id="7" name="TextBox 6">
            <a:extLst>
              <a:ext uri="{FF2B5EF4-FFF2-40B4-BE49-F238E27FC236}">
                <a16:creationId xmlns:a16="http://schemas.microsoft.com/office/drawing/2014/main" id="{CAFA5B2E-8EB3-3980-224B-C2C93F95E9AD}"/>
              </a:ext>
            </a:extLst>
          </p:cNvPr>
          <p:cNvSpPr txBox="1"/>
          <p:nvPr/>
        </p:nvSpPr>
        <p:spPr>
          <a:xfrm>
            <a:off x="1451579" y="1853754"/>
            <a:ext cx="8623754" cy="4185761"/>
          </a:xfrm>
          <a:prstGeom prst="rect">
            <a:avLst/>
          </a:prstGeom>
          <a:noFill/>
        </p:spPr>
        <p:txBody>
          <a:bodyPr wrap="square">
            <a:spAutoFit/>
          </a:bodyPr>
          <a:lstStyle/>
          <a:p>
            <a:r>
              <a:rPr lang="en-US" sz="1900" dirty="0"/>
              <a:t>Physical </a:t>
            </a:r>
          </a:p>
          <a:p>
            <a:pPr lvl="1"/>
            <a:r>
              <a:rPr lang="en-US" sz="1900" dirty="0"/>
              <a:t>Event </a:t>
            </a:r>
            <a:r>
              <a:rPr lang="mr-IN" sz="1900" dirty="0"/>
              <a:t>–</a:t>
            </a:r>
            <a:r>
              <a:rPr lang="en-US" sz="1900" dirty="0"/>
              <a:t> short-term or long-term impact</a:t>
            </a:r>
          </a:p>
          <a:p>
            <a:pPr lvl="1"/>
            <a:r>
              <a:rPr lang="en-US" sz="1900" dirty="0"/>
              <a:t>Decline over time </a:t>
            </a:r>
          </a:p>
          <a:p>
            <a:r>
              <a:rPr lang="en-US" sz="1900" dirty="0"/>
              <a:t>Situational</a:t>
            </a:r>
          </a:p>
          <a:p>
            <a:pPr lvl="1"/>
            <a:r>
              <a:rPr lang="en-US" sz="1900" dirty="0"/>
              <a:t>Loss of spouse</a:t>
            </a:r>
          </a:p>
          <a:p>
            <a:pPr lvl="1"/>
            <a:r>
              <a:rPr lang="en-US" sz="1900" dirty="0"/>
              <a:t>Role change as a result of a life event (managing partner loses function)</a:t>
            </a:r>
          </a:p>
          <a:p>
            <a:r>
              <a:rPr lang="en-US" sz="1900" dirty="0"/>
              <a:t>Financial</a:t>
            </a:r>
          </a:p>
          <a:p>
            <a:pPr lvl="1"/>
            <a:r>
              <a:rPr lang="en-US" sz="1900" dirty="0"/>
              <a:t>Decline over time</a:t>
            </a:r>
          </a:p>
          <a:p>
            <a:pPr lvl="1"/>
            <a:r>
              <a:rPr lang="en-US" sz="1900" dirty="0"/>
              <a:t>Loss of retirement benefits</a:t>
            </a:r>
          </a:p>
          <a:p>
            <a:pPr lvl="1"/>
            <a:r>
              <a:rPr lang="en-US" sz="1900" dirty="0"/>
              <a:t>Sudden financial loss</a:t>
            </a:r>
          </a:p>
          <a:p>
            <a:r>
              <a:rPr lang="en-US" sz="1900" dirty="0"/>
              <a:t>Cognitive</a:t>
            </a:r>
          </a:p>
          <a:p>
            <a:pPr lvl="1"/>
            <a:r>
              <a:rPr lang="en-US" sz="1900" dirty="0"/>
              <a:t>Decline over time</a:t>
            </a:r>
          </a:p>
          <a:p>
            <a:pPr lvl="1"/>
            <a:r>
              <a:rPr lang="en-US" sz="1900" dirty="0"/>
              <a:t>Onset of Dementia / Alzheimer's (Self or Partner)</a:t>
            </a:r>
          </a:p>
          <a:p>
            <a:pPr lvl="1"/>
            <a:r>
              <a:rPr lang="en-US" sz="1900" dirty="0"/>
              <a:t>Event / disease creates sudden decline</a:t>
            </a:r>
          </a:p>
        </p:txBody>
      </p:sp>
      <p:pic>
        <p:nvPicPr>
          <p:cNvPr id="3" name="Picture 2" descr="SC LOGO_Vertical_FullColor_NeighborTAG.pdf">
            <a:extLst>
              <a:ext uri="{FF2B5EF4-FFF2-40B4-BE49-F238E27FC236}">
                <a16:creationId xmlns:a16="http://schemas.microsoft.com/office/drawing/2014/main" id="{2C27A3FB-F6B1-B7EA-FAF8-7062B9FF79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4823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F09292-D8A1-CC01-532A-BF1A12E5ED3F}"/>
              </a:ext>
            </a:extLst>
          </p:cNvPr>
          <p:cNvSpPr>
            <a:spLocks noGrp="1"/>
          </p:cNvSpPr>
          <p:nvPr>
            <p:ph type="title"/>
          </p:nvPr>
        </p:nvSpPr>
        <p:spPr/>
        <p:txBody>
          <a:bodyPr/>
          <a:lstStyle/>
          <a:p>
            <a:r>
              <a:rPr lang="en-US" dirty="0"/>
              <a:t>So how do we successfully age in place?</a:t>
            </a:r>
          </a:p>
        </p:txBody>
      </p:sp>
      <p:pic>
        <p:nvPicPr>
          <p:cNvPr id="2" name="Picture 2" descr="SC LOGO_Vertical_FullColor_NeighborTAG.pdf">
            <a:extLst>
              <a:ext uri="{FF2B5EF4-FFF2-40B4-BE49-F238E27FC236}">
                <a16:creationId xmlns:a16="http://schemas.microsoft.com/office/drawing/2014/main" id="{E5055D1A-91F1-1B25-60E7-AD45244719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611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EFADD-6941-0F46-C665-483BA83C5E8A}"/>
              </a:ext>
            </a:extLst>
          </p:cNvPr>
          <p:cNvSpPr>
            <a:spLocks noGrp="1"/>
          </p:cNvSpPr>
          <p:nvPr>
            <p:ph type="title"/>
          </p:nvPr>
        </p:nvSpPr>
        <p:spPr/>
        <p:txBody>
          <a:bodyPr/>
          <a:lstStyle/>
          <a:p>
            <a:r>
              <a:rPr lang="en-US" dirty="0"/>
              <a:t>Strategies…..</a:t>
            </a:r>
          </a:p>
        </p:txBody>
      </p:sp>
      <p:sp>
        <p:nvSpPr>
          <p:cNvPr id="3" name="Content Placeholder 2">
            <a:extLst>
              <a:ext uri="{FF2B5EF4-FFF2-40B4-BE49-F238E27FC236}">
                <a16:creationId xmlns:a16="http://schemas.microsoft.com/office/drawing/2014/main" id="{F2DD0741-F429-5A69-845E-CD0C4059A136}"/>
              </a:ext>
            </a:extLst>
          </p:cNvPr>
          <p:cNvSpPr>
            <a:spLocks noGrp="1"/>
          </p:cNvSpPr>
          <p:nvPr>
            <p:ph idx="1"/>
          </p:nvPr>
        </p:nvSpPr>
        <p:spPr/>
        <p:txBody>
          <a:bodyPr>
            <a:normAutofit/>
          </a:bodyPr>
          <a:lstStyle/>
          <a:p>
            <a:r>
              <a:rPr lang="en-US" dirty="0"/>
              <a:t>No Plan - Wing it – deal with it as it comes </a:t>
            </a:r>
          </a:p>
          <a:p>
            <a:r>
              <a:rPr lang="en-US" dirty="0"/>
              <a:t>Passive Plan – a framework with options</a:t>
            </a:r>
          </a:p>
          <a:p>
            <a:pPr lvl="1"/>
            <a:r>
              <a:rPr lang="en-US" dirty="0"/>
              <a:t>Educate yourself on services / support </a:t>
            </a:r>
          </a:p>
          <a:p>
            <a:pPr lvl="1"/>
            <a:r>
              <a:rPr lang="en-US" dirty="0"/>
              <a:t>Identify trigger points / contingencies (what if?)</a:t>
            </a:r>
          </a:p>
          <a:p>
            <a:pPr lvl="1"/>
            <a:r>
              <a:rPr lang="en-US" dirty="0"/>
              <a:t>Identify likely options / actions</a:t>
            </a:r>
          </a:p>
          <a:p>
            <a:r>
              <a:rPr lang="en-US" dirty="0"/>
              <a:t>Detailed Plan</a:t>
            </a:r>
          </a:p>
          <a:p>
            <a:pPr lvl="1"/>
            <a:r>
              <a:rPr lang="en-US" dirty="0"/>
              <a:t>Link specific actions / suppliers / solutions to life events</a:t>
            </a:r>
          </a:p>
        </p:txBody>
      </p:sp>
      <p:pic>
        <p:nvPicPr>
          <p:cNvPr id="4" name="Picture 2" descr="SC LOGO_Vertical_FullColor_NeighborTAG.pdf">
            <a:extLst>
              <a:ext uri="{FF2B5EF4-FFF2-40B4-BE49-F238E27FC236}">
                <a16:creationId xmlns:a16="http://schemas.microsoft.com/office/drawing/2014/main" id="{B899E4DB-23DC-36C2-90EC-D3EE04CC51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148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4FCA-EA52-3AC8-EB7E-B3F1D4FE922E}"/>
              </a:ext>
            </a:extLst>
          </p:cNvPr>
          <p:cNvSpPr>
            <a:spLocks noGrp="1"/>
          </p:cNvSpPr>
          <p:nvPr>
            <p:ph type="title"/>
          </p:nvPr>
        </p:nvSpPr>
        <p:spPr/>
        <p:txBody>
          <a:bodyPr/>
          <a:lstStyle/>
          <a:p>
            <a:r>
              <a:rPr lang="en-US" dirty="0"/>
              <a:t>What support and services are available?</a:t>
            </a:r>
          </a:p>
        </p:txBody>
      </p:sp>
      <p:pic>
        <p:nvPicPr>
          <p:cNvPr id="4" name="Picture 2" descr="SC LOGO_Vertical_FullColor_NeighborTAG.pdf">
            <a:extLst>
              <a:ext uri="{FF2B5EF4-FFF2-40B4-BE49-F238E27FC236}">
                <a16:creationId xmlns:a16="http://schemas.microsoft.com/office/drawing/2014/main" id="{95CD8408-D60D-EA70-3A06-458AA3804D3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5670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4158B5-7096-332C-2C0F-CE1B6C62B653}"/>
              </a:ext>
            </a:extLst>
          </p:cNvPr>
          <p:cNvSpPr>
            <a:spLocks noGrp="1"/>
          </p:cNvSpPr>
          <p:nvPr>
            <p:ph type="title"/>
          </p:nvPr>
        </p:nvSpPr>
        <p:spPr>
          <a:xfrm>
            <a:off x="1451578" y="618782"/>
            <a:ext cx="9603275" cy="1049235"/>
          </a:xfrm>
        </p:spPr>
        <p:txBody>
          <a:bodyPr>
            <a:normAutofit fontScale="90000"/>
          </a:bodyPr>
          <a:lstStyle/>
          <a:p>
            <a:br>
              <a:rPr lang="en-US" b="1" i="0" dirty="0">
                <a:solidFill>
                  <a:srgbClr val="2F5496"/>
                </a:solidFill>
                <a:effectLst/>
                <a:latin typeface="Georgia Pro" panose="020F0502020204030204" pitchFamily="34" charset="0"/>
              </a:rPr>
            </a:br>
            <a:r>
              <a:rPr lang="en-US" b="1" i="0" dirty="0">
                <a:solidFill>
                  <a:srgbClr val="2F5496"/>
                </a:solidFill>
                <a:effectLst/>
                <a:latin typeface="Georgia Pro" panose="020F0502020204030204" pitchFamily="34" charset="0"/>
              </a:rPr>
              <a:t>Lowcountry Council of Governments -Area Agency on Aging  (843) 472-3991</a:t>
            </a:r>
            <a:br>
              <a:rPr lang="en-US" b="0" i="0" dirty="0">
                <a:solidFill>
                  <a:srgbClr val="222222"/>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FE802275-E0EF-79A9-4F33-D2A78724398E}"/>
              </a:ext>
            </a:extLst>
          </p:cNvPr>
          <p:cNvSpPr>
            <a:spLocks noGrp="1"/>
          </p:cNvSpPr>
          <p:nvPr>
            <p:ph idx="1"/>
          </p:nvPr>
        </p:nvSpPr>
        <p:spPr/>
        <p:txBody>
          <a:bodyPr>
            <a:normAutofit fontScale="92500" lnSpcReduction="10000"/>
          </a:bodyPr>
          <a:lstStyle/>
          <a:p>
            <a:r>
              <a:rPr lang="en-US" dirty="0"/>
              <a:t>All are Needs-Based on Assessment and </a:t>
            </a:r>
            <a:r>
              <a:rPr lang="en-US" b="1" dirty="0">
                <a:solidFill>
                  <a:srgbClr val="1E18C2"/>
                </a:solidFill>
              </a:rPr>
              <a:t>Prioritized</a:t>
            </a:r>
          </a:p>
          <a:p>
            <a:r>
              <a:rPr lang="en-US" dirty="0"/>
              <a:t>60+ </a:t>
            </a:r>
            <a:r>
              <a:rPr lang="en-US" dirty="0" err="1"/>
              <a:t>yrs</a:t>
            </a:r>
            <a:r>
              <a:rPr lang="en-US" dirty="0"/>
              <a:t> old / Beaufort and Jasper County</a:t>
            </a:r>
          </a:p>
          <a:p>
            <a:r>
              <a:rPr lang="en-US" dirty="0"/>
              <a:t>Services</a:t>
            </a:r>
          </a:p>
          <a:p>
            <a:pPr lvl="1"/>
            <a:r>
              <a:rPr lang="en-US" dirty="0"/>
              <a:t>Caregiver relief visits for care of diagnosed Dementia / Alzheimer’s disease</a:t>
            </a:r>
          </a:p>
          <a:p>
            <a:pPr lvl="1"/>
            <a:r>
              <a:rPr lang="en-US" dirty="0"/>
              <a:t>24 hours per month home assistance – bathing, dressing, toileting, other daily activities</a:t>
            </a:r>
          </a:p>
          <a:p>
            <a:pPr lvl="1"/>
            <a:r>
              <a:rPr lang="en-US" dirty="0"/>
              <a:t>12 hours per month – housekeeping if no able-bodied person in the household</a:t>
            </a:r>
          </a:p>
          <a:p>
            <a:pPr lvl="1"/>
            <a:r>
              <a:rPr lang="en-US" dirty="0"/>
              <a:t>Home Delivered Meal Program</a:t>
            </a:r>
          </a:p>
          <a:p>
            <a:pPr lvl="1"/>
            <a:r>
              <a:rPr lang="en-US" dirty="0"/>
              <a:t>Minor Home Repair</a:t>
            </a:r>
          </a:p>
          <a:p>
            <a:pPr lvl="1"/>
            <a:r>
              <a:rPr lang="en-US" dirty="0"/>
              <a:t>Insurance Counseling and Referral Program</a:t>
            </a:r>
          </a:p>
          <a:p>
            <a:pPr lvl="1"/>
            <a:endParaRPr lang="en-US" dirty="0"/>
          </a:p>
        </p:txBody>
      </p:sp>
      <p:pic>
        <p:nvPicPr>
          <p:cNvPr id="2" name="Picture 2" descr="SC LOGO_Vertical_FullColor_NeighborTAG.pdf">
            <a:extLst>
              <a:ext uri="{FF2B5EF4-FFF2-40B4-BE49-F238E27FC236}">
                <a16:creationId xmlns:a16="http://schemas.microsoft.com/office/drawing/2014/main" id="{9C2CF06E-C660-BD98-8CAD-36B3194B22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8042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0E65E-BC3D-8600-1CFE-D9F4054A459A}"/>
              </a:ext>
            </a:extLst>
          </p:cNvPr>
          <p:cNvSpPr>
            <a:spLocks noGrp="1"/>
          </p:cNvSpPr>
          <p:nvPr>
            <p:ph type="title"/>
          </p:nvPr>
        </p:nvSpPr>
        <p:spPr/>
        <p:txBody>
          <a:bodyPr/>
          <a:lstStyle/>
          <a:p>
            <a:r>
              <a:rPr lang="en-US" dirty="0"/>
              <a:t>Aging in place – menu of tools</a:t>
            </a:r>
          </a:p>
        </p:txBody>
      </p:sp>
      <p:sp>
        <p:nvSpPr>
          <p:cNvPr id="3" name="Content Placeholder 2">
            <a:extLst>
              <a:ext uri="{FF2B5EF4-FFF2-40B4-BE49-F238E27FC236}">
                <a16:creationId xmlns:a16="http://schemas.microsoft.com/office/drawing/2014/main" id="{2686FD71-D08A-6716-0BEA-1A64FB51166D}"/>
              </a:ext>
            </a:extLst>
          </p:cNvPr>
          <p:cNvSpPr>
            <a:spLocks noGrp="1"/>
          </p:cNvSpPr>
          <p:nvPr>
            <p:ph sz="half" idx="1"/>
          </p:nvPr>
        </p:nvSpPr>
        <p:spPr/>
        <p:txBody>
          <a:bodyPr>
            <a:normAutofit fontScale="92500" lnSpcReduction="10000"/>
          </a:bodyPr>
          <a:lstStyle/>
          <a:p>
            <a:r>
              <a:rPr lang="en-US" dirty="0"/>
              <a:t>Legal Services. / Govt Agencies / Crisis Interventions / Veteran Support</a:t>
            </a:r>
          </a:p>
          <a:p>
            <a:r>
              <a:rPr lang="en-US" dirty="0"/>
              <a:t>Care Managers</a:t>
            </a:r>
          </a:p>
          <a:p>
            <a:r>
              <a:rPr lang="en-US" dirty="0"/>
              <a:t>Cleaning Services</a:t>
            </a:r>
          </a:p>
          <a:p>
            <a:r>
              <a:rPr lang="en-US" dirty="0"/>
              <a:t>Meals / Prepared Food / Online Groceries</a:t>
            </a:r>
          </a:p>
          <a:p>
            <a:r>
              <a:rPr lang="en-US" dirty="0" err="1"/>
              <a:t>HandyPersons</a:t>
            </a:r>
            <a:endParaRPr lang="en-US" dirty="0"/>
          </a:p>
          <a:p>
            <a:r>
              <a:rPr lang="en-US" dirty="0"/>
              <a:t>General Transportation</a:t>
            </a:r>
          </a:p>
          <a:p>
            <a:r>
              <a:rPr lang="en-US" dirty="0"/>
              <a:t>Animal Walkers / Sitters</a:t>
            </a:r>
          </a:p>
        </p:txBody>
      </p:sp>
      <p:sp>
        <p:nvSpPr>
          <p:cNvPr id="4" name="Content Placeholder 3">
            <a:extLst>
              <a:ext uri="{FF2B5EF4-FFF2-40B4-BE49-F238E27FC236}">
                <a16:creationId xmlns:a16="http://schemas.microsoft.com/office/drawing/2014/main" id="{0FCA9649-623F-B966-21C1-35F11B254866}"/>
              </a:ext>
            </a:extLst>
          </p:cNvPr>
          <p:cNvSpPr>
            <a:spLocks noGrp="1"/>
          </p:cNvSpPr>
          <p:nvPr>
            <p:ph sz="half" idx="2"/>
          </p:nvPr>
        </p:nvSpPr>
        <p:spPr/>
        <p:txBody>
          <a:bodyPr>
            <a:normAutofit fontScale="92500" lnSpcReduction="10000"/>
          </a:bodyPr>
          <a:lstStyle/>
          <a:p>
            <a:r>
              <a:rPr lang="en-US"/>
              <a:t>Home Care</a:t>
            </a:r>
          </a:p>
          <a:p>
            <a:r>
              <a:rPr lang="en-US"/>
              <a:t>Home HealthCare</a:t>
            </a:r>
          </a:p>
          <a:p>
            <a:r>
              <a:rPr lang="en-US"/>
              <a:t>Hospice Care</a:t>
            </a:r>
          </a:p>
          <a:p>
            <a:r>
              <a:rPr lang="en-US"/>
              <a:t>Medical Transportation </a:t>
            </a:r>
          </a:p>
          <a:p>
            <a:r>
              <a:rPr lang="en-US"/>
              <a:t>At-home Medical Care</a:t>
            </a:r>
          </a:p>
          <a:p>
            <a:r>
              <a:rPr lang="en-US"/>
              <a:t>Support Groups</a:t>
            </a:r>
          </a:p>
          <a:p>
            <a:r>
              <a:rPr lang="en-US"/>
              <a:t>Staying Connected</a:t>
            </a:r>
          </a:p>
          <a:p>
            <a:endParaRPr lang="en-US"/>
          </a:p>
        </p:txBody>
      </p:sp>
      <p:pic>
        <p:nvPicPr>
          <p:cNvPr id="5" name="Picture 2" descr="SC LOGO_Vertical_FullColor_NeighborTAG.pdf">
            <a:extLst>
              <a:ext uri="{FF2B5EF4-FFF2-40B4-BE49-F238E27FC236}">
                <a16:creationId xmlns:a16="http://schemas.microsoft.com/office/drawing/2014/main" id="{9ACB4D18-5629-D01F-0342-39248CD5C4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0503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CE15-98FE-9CDA-5D9F-F2C665A9F83B}"/>
              </a:ext>
            </a:extLst>
          </p:cNvPr>
          <p:cNvSpPr>
            <a:spLocks noGrp="1"/>
          </p:cNvSpPr>
          <p:nvPr>
            <p:ph type="title"/>
          </p:nvPr>
        </p:nvSpPr>
        <p:spPr/>
        <p:txBody>
          <a:bodyPr/>
          <a:lstStyle/>
          <a:p>
            <a:r>
              <a:rPr lang="en-US" dirty="0"/>
              <a:t>How can Staying Connected Help?</a:t>
            </a:r>
          </a:p>
        </p:txBody>
      </p:sp>
      <p:sp>
        <p:nvSpPr>
          <p:cNvPr id="3" name="Content Placeholder 2">
            <a:extLst>
              <a:ext uri="{FF2B5EF4-FFF2-40B4-BE49-F238E27FC236}">
                <a16:creationId xmlns:a16="http://schemas.microsoft.com/office/drawing/2014/main" id="{D7DB83FF-6A8B-0F37-C399-C3D9BC0FA4A7}"/>
              </a:ext>
            </a:extLst>
          </p:cNvPr>
          <p:cNvSpPr>
            <a:spLocks noGrp="1"/>
          </p:cNvSpPr>
          <p:nvPr>
            <p:ph idx="1"/>
          </p:nvPr>
        </p:nvSpPr>
        <p:spPr/>
        <p:txBody>
          <a:bodyPr>
            <a:normAutofit/>
          </a:bodyPr>
          <a:lstStyle/>
          <a:p>
            <a:r>
              <a:rPr lang="en-US" b="1" dirty="0"/>
              <a:t>The Resource Hub is available to all Residents</a:t>
            </a:r>
          </a:p>
          <a:p>
            <a:pPr lvl="1"/>
            <a:r>
              <a:rPr lang="en-US" b="1" dirty="0"/>
              <a:t>Information about agencies, service providers who support common challenges</a:t>
            </a:r>
          </a:p>
          <a:p>
            <a:pPr lvl="1"/>
            <a:r>
              <a:rPr lang="en-US" b="1" dirty="0"/>
              <a:t>Resources / Tools that can help you be prepared, build a plan</a:t>
            </a:r>
          </a:p>
          <a:p>
            <a:endParaRPr lang="en-US" dirty="0"/>
          </a:p>
        </p:txBody>
      </p:sp>
      <p:pic>
        <p:nvPicPr>
          <p:cNvPr id="4" name="Picture 2" descr="SC LOGO_Vertical_FullColor_NeighborTAG.pdf">
            <a:extLst>
              <a:ext uri="{FF2B5EF4-FFF2-40B4-BE49-F238E27FC236}">
                <a16:creationId xmlns:a16="http://schemas.microsoft.com/office/drawing/2014/main" id="{098C6B0F-3DF9-BED6-C1E9-569FC2E40F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164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8FE9F-1CA3-75D0-DBA8-8944195DB314}"/>
              </a:ext>
            </a:extLst>
          </p:cNvPr>
          <p:cNvSpPr>
            <a:spLocks noGrp="1"/>
          </p:cNvSpPr>
          <p:nvPr>
            <p:ph type="title"/>
          </p:nvPr>
        </p:nvSpPr>
        <p:spPr/>
        <p:txBody>
          <a:bodyPr/>
          <a:lstStyle/>
          <a:p>
            <a:r>
              <a:rPr lang="en-US" dirty="0"/>
              <a:t>How can a Neighborhood Rep Help their neighbors?</a:t>
            </a:r>
          </a:p>
        </p:txBody>
      </p:sp>
      <p:sp>
        <p:nvSpPr>
          <p:cNvPr id="3" name="Content Placeholder 2">
            <a:extLst>
              <a:ext uri="{FF2B5EF4-FFF2-40B4-BE49-F238E27FC236}">
                <a16:creationId xmlns:a16="http://schemas.microsoft.com/office/drawing/2014/main" id="{7FE3D918-E588-1627-F73F-398EB3B43568}"/>
              </a:ext>
            </a:extLst>
          </p:cNvPr>
          <p:cNvSpPr>
            <a:spLocks noGrp="1"/>
          </p:cNvSpPr>
          <p:nvPr>
            <p:ph idx="1"/>
          </p:nvPr>
        </p:nvSpPr>
        <p:spPr>
          <a:xfrm>
            <a:off x="1451579" y="2015732"/>
            <a:ext cx="9603275" cy="3671836"/>
          </a:xfrm>
        </p:spPr>
        <p:txBody>
          <a:bodyPr>
            <a:normAutofit fontScale="92500" lnSpcReduction="20000"/>
          </a:bodyPr>
          <a:lstStyle/>
          <a:p>
            <a:r>
              <a:rPr lang="en-US" sz="2400" b="1" dirty="0"/>
              <a:t>Observe / Listen </a:t>
            </a:r>
            <a:r>
              <a:rPr lang="en-US" dirty="0"/>
              <a:t>– look for warning signs that a resident household may be in need</a:t>
            </a:r>
          </a:p>
          <a:p>
            <a:r>
              <a:rPr lang="en-US" sz="2400" b="1" dirty="0"/>
              <a:t>Communicate</a:t>
            </a:r>
            <a:r>
              <a:rPr lang="en-US" dirty="0"/>
              <a:t> – ensure that your neighborhood is encouraged to look for signs that concern them and you are informed</a:t>
            </a:r>
          </a:p>
          <a:p>
            <a:r>
              <a:rPr lang="en-US" sz="2400" b="1" dirty="0"/>
              <a:t>Educate </a:t>
            </a:r>
            <a:r>
              <a:rPr lang="en-US" dirty="0"/>
              <a:t>– be sure that your neighbors are aware of the Staying Connected Resource Hub and the information that is available to them.  For those who cannot physically get to the Hub, we will find a way to get the information to them.</a:t>
            </a:r>
          </a:p>
          <a:p>
            <a:r>
              <a:rPr lang="en-US" sz="2400" b="1" dirty="0"/>
              <a:t>Encourage – </a:t>
            </a:r>
            <a:r>
              <a:rPr lang="en-US" sz="2100" dirty="0"/>
              <a:t>people are proud, reluctant to face the reality of aging.  Encourage them to reach out and ask for help.</a:t>
            </a:r>
          </a:p>
          <a:p>
            <a:r>
              <a:rPr lang="en-US" sz="2400" b="1" dirty="0"/>
              <a:t>Act</a:t>
            </a:r>
            <a:r>
              <a:rPr lang="en-US" dirty="0"/>
              <a:t> – If you are concerned that a neighbor is in danger, call the appropriate Sheriff’s office.</a:t>
            </a:r>
          </a:p>
          <a:p>
            <a:endParaRPr lang="en-US" dirty="0"/>
          </a:p>
        </p:txBody>
      </p:sp>
    </p:spTree>
    <p:extLst>
      <p:ext uri="{BB962C8B-B14F-4D97-AF65-F5344CB8AC3E}">
        <p14:creationId xmlns:p14="http://schemas.microsoft.com/office/powerpoint/2010/main" val="681678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23EE9-289E-FAFD-82C7-302452358938}"/>
              </a:ext>
            </a:extLst>
          </p:cNvPr>
          <p:cNvSpPr>
            <a:spLocks noGrp="1"/>
          </p:cNvSpPr>
          <p:nvPr>
            <p:ph type="title"/>
          </p:nvPr>
        </p:nvSpPr>
        <p:spPr/>
        <p:txBody>
          <a:bodyPr/>
          <a:lstStyle/>
          <a:p>
            <a:r>
              <a:rPr lang="en-US"/>
              <a:t>Some final thoughts</a:t>
            </a:r>
          </a:p>
        </p:txBody>
      </p:sp>
      <p:sp>
        <p:nvSpPr>
          <p:cNvPr id="3" name="Content Placeholder 2">
            <a:extLst>
              <a:ext uri="{FF2B5EF4-FFF2-40B4-BE49-F238E27FC236}">
                <a16:creationId xmlns:a16="http://schemas.microsoft.com/office/drawing/2014/main" id="{C09FC896-A92F-04DE-86CC-30FCEB311C24}"/>
              </a:ext>
            </a:extLst>
          </p:cNvPr>
          <p:cNvSpPr>
            <a:spLocks noGrp="1"/>
          </p:cNvSpPr>
          <p:nvPr>
            <p:ph idx="1"/>
          </p:nvPr>
        </p:nvSpPr>
        <p:spPr>
          <a:xfrm>
            <a:off x="1451579" y="2015731"/>
            <a:ext cx="9603275" cy="3860135"/>
          </a:xfrm>
        </p:spPr>
        <p:txBody>
          <a:bodyPr>
            <a:normAutofit lnSpcReduction="10000"/>
          </a:bodyPr>
          <a:lstStyle/>
          <a:p>
            <a:r>
              <a:rPr lang="en-US" dirty="0"/>
              <a:t>Face the truth – we are Aging in Place right now – acting early is better than being late</a:t>
            </a:r>
          </a:p>
          <a:p>
            <a:r>
              <a:rPr lang="en-US" dirty="0"/>
              <a:t>Don’t wait to be prepared – tomorrow may be too late!</a:t>
            </a:r>
          </a:p>
          <a:p>
            <a:pPr lvl="1"/>
            <a:r>
              <a:rPr lang="en-US" dirty="0"/>
              <a:t>Help your family, you don’t want to be a burden</a:t>
            </a:r>
          </a:p>
          <a:p>
            <a:r>
              <a:rPr lang="en-US" dirty="0"/>
              <a:t>Educate yourself about strategies / services</a:t>
            </a:r>
          </a:p>
          <a:p>
            <a:pPr lvl="1"/>
            <a:r>
              <a:rPr lang="en-US" dirty="0"/>
              <a:t>There is </a:t>
            </a:r>
            <a:r>
              <a:rPr lang="en-US" b="1" dirty="0"/>
              <a:t>a labyrinth </a:t>
            </a:r>
            <a:r>
              <a:rPr lang="en-US" dirty="0"/>
              <a:t>of choices</a:t>
            </a:r>
          </a:p>
          <a:p>
            <a:r>
              <a:rPr lang="en-US" dirty="0"/>
              <a:t>Maintain Control – </a:t>
            </a:r>
          </a:p>
          <a:p>
            <a:pPr lvl="1"/>
            <a:r>
              <a:rPr lang="en-US" dirty="0"/>
              <a:t>Create a plan that considers scenarios so you and others know what to do when</a:t>
            </a:r>
          </a:p>
          <a:p>
            <a:pPr lvl="1"/>
            <a:r>
              <a:rPr lang="en-US" dirty="0"/>
              <a:t>Share your wishes with those you will depend on to help</a:t>
            </a:r>
          </a:p>
          <a:p>
            <a:r>
              <a:rPr lang="en-US" dirty="0"/>
              <a:t>Include your Aging in Place plan in your estate documents, ensure someone is aware</a:t>
            </a:r>
          </a:p>
          <a:p>
            <a:pPr marL="0" indent="0">
              <a:buNone/>
            </a:pPr>
            <a:endParaRPr lang="en-US" dirty="0"/>
          </a:p>
          <a:p>
            <a:pPr lvl="1"/>
            <a:endParaRPr lang="en-US" dirty="0"/>
          </a:p>
        </p:txBody>
      </p:sp>
      <p:pic>
        <p:nvPicPr>
          <p:cNvPr id="4" name="Picture 2" descr="SC LOGO_Vertical_FullColor_NeighborTAG.pdf">
            <a:extLst>
              <a:ext uri="{FF2B5EF4-FFF2-40B4-BE49-F238E27FC236}">
                <a16:creationId xmlns:a16="http://schemas.microsoft.com/office/drawing/2014/main" id="{BFBB5BFC-F9CB-F445-9056-35DFF8CF09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3235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775C8-F2AD-134D-84AC-8C6E9CEDC4EE}"/>
              </a:ext>
            </a:extLst>
          </p:cNvPr>
          <p:cNvSpPr>
            <a:spLocks noGrp="1"/>
          </p:cNvSpPr>
          <p:nvPr>
            <p:ph type="title"/>
          </p:nvPr>
        </p:nvSpPr>
        <p:spPr/>
        <p:txBody>
          <a:bodyPr/>
          <a:lstStyle/>
          <a:p>
            <a:r>
              <a:rPr lang="en-US"/>
              <a:t>Thank you</a:t>
            </a:r>
          </a:p>
        </p:txBody>
      </p:sp>
      <p:pic>
        <p:nvPicPr>
          <p:cNvPr id="5" name="Content Placeholder 4">
            <a:extLst>
              <a:ext uri="{FF2B5EF4-FFF2-40B4-BE49-F238E27FC236}">
                <a16:creationId xmlns:a16="http://schemas.microsoft.com/office/drawing/2014/main" id="{6DD68197-B539-7416-783D-367CF61B85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43213" y="2035969"/>
            <a:ext cx="5632449"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7147B4F-857A-6987-E9CE-A5F08FED8A8A}"/>
              </a:ext>
            </a:extLst>
          </p:cNvPr>
          <p:cNvSpPr txBox="1"/>
          <p:nvPr/>
        </p:nvSpPr>
        <p:spPr>
          <a:xfrm>
            <a:off x="2843213" y="4852194"/>
            <a:ext cx="6100762" cy="461665"/>
          </a:xfrm>
          <a:prstGeom prst="rect">
            <a:avLst/>
          </a:prstGeom>
          <a:noFill/>
        </p:spPr>
        <p:txBody>
          <a:bodyPr wrap="square">
            <a:spAutoFit/>
          </a:bodyPr>
          <a:lstStyle/>
          <a:p>
            <a:pPr marL="0" indent="0" algn="ctr" eaLnBrk="1" hangingPunct="1">
              <a:buFont typeface="Arial" panose="020B0604020202020204" pitchFamily="34" charset="0"/>
              <a:buNone/>
            </a:pPr>
            <a:r>
              <a:rPr lang="en-US" altLang="en-US" sz="2400">
                <a:solidFill>
                  <a:srgbClr val="FF0000"/>
                </a:solidFill>
              </a:rPr>
              <a:t>WEBSITE: </a:t>
            </a:r>
            <a:r>
              <a:rPr lang="en-US" altLang="en-US" sz="2400" err="1">
                <a:solidFill>
                  <a:srgbClr val="FF0000"/>
                </a:solidFill>
              </a:rPr>
              <a:t>www.StayingConnectedSCHH.org</a:t>
            </a:r>
            <a:endParaRPr lang="en-US" altLang="en-US" sz="2400">
              <a:solidFill>
                <a:srgbClr val="FF0000"/>
              </a:solidFill>
            </a:endParaRPr>
          </a:p>
        </p:txBody>
      </p:sp>
      <p:pic>
        <p:nvPicPr>
          <p:cNvPr id="3" name="Picture 2" descr="SC LOGO_Vertical_FullColor_NeighborTAG.pdf">
            <a:extLst>
              <a:ext uri="{FF2B5EF4-FFF2-40B4-BE49-F238E27FC236}">
                <a16:creationId xmlns:a16="http://schemas.microsoft.com/office/drawing/2014/main" id="{258C5F5B-3A40-1D98-221D-7C0B27E8E3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28782" y="5458863"/>
            <a:ext cx="1384299" cy="55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600524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{A369CEA2-6D48-0C4A-9E87-F1E7CFD8F0CD}tf10001119</Template>
  <TotalTime>1345</TotalTime>
  <Words>859</Words>
  <Application>Microsoft Office PowerPoint</Application>
  <PresentationFormat>Widescreen</PresentationFormat>
  <Paragraphs>155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 Pro</vt:lpstr>
      <vt:lpstr>Gill Sans MT</vt:lpstr>
      <vt:lpstr>Gallery</vt:lpstr>
      <vt:lpstr>Aging in place?</vt:lpstr>
      <vt:lpstr>Why we moved to sun city</vt:lpstr>
      <vt:lpstr>Aging in place….</vt:lpstr>
      <vt:lpstr>Facts / Considerations</vt:lpstr>
      <vt:lpstr>Staying connected experience</vt:lpstr>
      <vt:lpstr>In a perfect world……</vt:lpstr>
      <vt:lpstr>Contributors to your Quality of life</vt:lpstr>
      <vt:lpstr>Contributors to your Quality of life</vt:lpstr>
      <vt:lpstr>Bumps in the yellow brick road</vt:lpstr>
      <vt:lpstr>So how do we successfully age in place?</vt:lpstr>
      <vt:lpstr>Strategies…..</vt:lpstr>
      <vt:lpstr>What support and services are available?</vt:lpstr>
      <vt:lpstr> Lowcountry Council of Governments -Area Agency on Aging  (843) 472-3991 </vt:lpstr>
      <vt:lpstr>Aging in place – menu of tools</vt:lpstr>
      <vt:lpstr>How can Staying Connected Help?</vt:lpstr>
      <vt:lpstr>How can a Neighborhood Rep Help their neighbors?</vt:lpstr>
      <vt:lpstr>Some final thoughts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Staying Connected</dc:title>
  <dc:creator>Hugh Armstrong</dc:creator>
  <cp:lastModifiedBy>Elissa Passiment</cp:lastModifiedBy>
  <cp:revision>71</cp:revision>
  <dcterms:created xsi:type="dcterms:W3CDTF">2022-09-10T20:51:22Z</dcterms:created>
  <dcterms:modified xsi:type="dcterms:W3CDTF">2024-06-12T16:55:18Z</dcterms:modified>
</cp:coreProperties>
</file>